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281869260e4f14" /><Relationship Type="http://schemas.openxmlformats.org/officeDocument/2006/relationships/extended-properties" Target="/docProps/app.xml" Id="R17161f1a30c54ce2" /><Relationship Type="http://schemas.openxmlformats.org/officeDocument/2006/relationships/officeDocument" Target="/ppt/presentation.xml" Id="R0661844538934656" /></Relationships>
</file>

<file path=ppt/presentation.xml><?xml version="1.0" encoding="utf-8"?>
<p:presentation xmlns:p="http://schemas.openxmlformats.org/presentationml/2006/main">
  <p:sldMasterIdLst>
    <p:sldMasterId xmlns:r="http://schemas.openxmlformats.org/officeDocument/2006/relationships" id="2147483648" r:id="Rc70382c38e0b4722"/>
  </p:sldMasterIdLst>
  <p:notesMasterIdLst>
    <p:notesMasterId xmlns:r="http://schemas.openxmlformats.org/officeDocument/2006/relationships" r:id="Rfb38c870eaa44eb2"/>
  </p:notesMasterIdLst>
  <p:sldIdLst>
    <p:sldId xmlns:r="http://schemas.openxmlformats.org/officeDocument/2006/relationships" id="256" r:id="Rd5a04f8bc22a4ce3"/>
    <p:sldId xmlns:r="http://schemas.openxmlformats.org/officeDocument/2006/relationships" id="257" r:id="R2437c973a9274784"/>
    <p:sldId xmlns:r="http://schemas.openxmlformats.org/officeDocument/2006/relationships" id="258" r:id="Raf67505db5634e62"/>
    <p:sldId xmlns:r="http://schemas.openxmlformats.org/officeDocument/2006/relationships" id="259" r:id="Re97a522d3d1a4a1b"/>
    <p:sldId xmlns:r="http://schemas.openxmlformats.org/officeDocument/2006/relationships" id="260" r:id="R1ab70e422e074deb"/>
    <p:sldId xmlns:r="http://schemas.openxmlformats.org/officeDocument/2006/relationships" id="261" r:id="R488ef261e3db460e"/>
    <p:sldId xmlns:r="http://schemas.openxmlformats.org/officeDocument/2006/relationships" id="262" r:id="R6a0ef991b5944abc"/>
    <p:sldId xmlns:r="http://schemas.openxmlformats.org/officeDocument/2006/relationships" id="263" r:id="Rb6e8fc57fe3548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feea854fe34a94" /><Relationship Type="http://schemas.openxmlformats.org/officeDocument/2006/relationships/slideMaster" Target="/ppt/slideMasters/slideMaster1.xml" Id="Rc70382c38e0b4722" /><Relationship Type="http://schemas.openxmlformats.org/officeDocument/2006/relationships/notesMaster" Target="/ppt/notesMasters/notesMaster1.xml" Id="Rfb38c870eaa44eb2" /><Relationship Type="http://schemas.openxmlformats.org/officeDocument/2006/relationships/presProps" Target="/ppt/presProps.xml" Id="Rcb040e13b3224f48" /><Relationship Type="http://schemas.openxmlformats.org/officeDocument/2006/relationships/tableStyles" Target="/ppt/tableStyles.xml" Id="R8558f6caa4b24c54" /><Relationship Type="http://schemas.openxmlformats.org/officeDocument/2006/relationships/slide" Target="/ppt/slides/slide1.xml" Id="Rd5a04f8bc22a4ce3" /><Relationship Type="http://schemas.openxmlformats.org/officeDocument/2006/relationships/slide" Target="/ppt/slides/slide2.xml" Id="R2437c973a9274784" /><Relationship Type="http://schemas.openxmlformats.org/officeDocument/2006/relationships/slide" Target="/ppt/slides/slide3.xml" Id="Raf67505db5634e62" /><Relationship Type="http://schemas.openxmlformats.org/officeDocument/2006/relationships/slide" Target="/ppt/slides/slide4.xml" Id="Re97a522d3d1a4a1b" /><Relationship Type="http://schemas.openxmlformats.org/officeDocument/2006/relationships/slide" Target="/ppt/slides/slide5.xml" Id="R1ab70e422e074deb" /><Relationship Type="http://schemas.openxmlformats.org/officeDocument/2006/relationships/slide" Target="/ppt/slides/slide6.xml" Id="R488ef261e3db460e" /><Relationship Type="http://schemas.openxmlformats.org/officeDocument/2006/relationships/slide" Target="/ppt/slides/slide7.xml" Id="R6a0ef991b5944abc" /><Relationship Type="http://schemas.openxmlformats.org/officeDocument/2006/relationships/slide" Target="/ppt/slides/slide8.xml" Id="Rb6e8fc57fe3548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d1601c43f944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08bd6127af4ee2" /><Relationship Type="http://schemas.openxmlformats.org/officeDocument/2006/relationships/notesMaster" Target="/ppt/notesMasters/notesMaster1.xml" Id="Ra700009ca33b41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f2ae8708b04997" /><Relationship Type="http://schemas.openxmlformats.org/officeDocument/2006/relationships/notesMaster" Target="/ppt/notesMasters/notesMaster1.xml" Id="Raa3a0c68bb8247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d1deffd33142d0" /><Relationship Type="http://schemas.openxmlformats.org/officeDocument/2006/relationships/notesMaster" Target="/ppt/notesMasters/notesMaster1.xml" Id="Ref0604d5fe0947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cb7ff357a94053" /><Relationship Type="http://schemas.openxmlformats.org/officeDocument/2006/relationships/notesMaster" Target="/ppt/notesMasters/notesMaster1.xml" Id="R28cde72afc3341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5d1488238c41e0" /><Relationship Type="http://schemas.openxmlformats.org/officeDocument/2006/relationships/notesMaster" Target="/ppt/notesMasters/notesMaster1.xml" Id="R9906b27fd1b94f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fdadcd94a5431f" /><Relationship Type="http://schemas.openxmlformats.org/officeDocument/2006/relationships/notesMaster" Target="/ppt/notesMasters/notesMaster1.xml" Id="R908d2012af484c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3ed422112a45f1" /><Relationship Type="http://schemas.openxmlformats.org/officeDocument/2006/relationships/notesMaster" Target="/ppt/notesMasters/notesMaster1.xml" Id="R7dd946b2b3ca46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0ca562316847cd" /><Relationship Type="http://schemas.openxmlformats.org/officeDocument/2006/relationships/notesMaster" Target="/ppt/notesMasters/notesMaster1.xml" Id="Rf91724484b434f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
            </a:r>
          </a:p>
          <a:p xmlns:a="http://schemas.openxmlformats.org/drawingml/2006/main">
            <a:r>
              <a:t>Good morning, sir. My project is VeriFact AI, an application for fake-news screening and misinformation analysis using Natural Language Processing. It helps a reader understand an English article, inspect the language features influencing a prediction, and identify statements that need verification. The active model combines TF-IDF with a calibrated linear Support Vector Machine. I will explain the problem, the architecture, the training process, and a working example. Model classification and factual verification have separate statuses throughout the application.</a:t>
            </a:r>
          </a:p>
          <a:p xmlns:a="http://schemas.openxmlformats.org/drawingml/2006/main">
            <a:r>
              <a:t/>
            </a:r>
          </a:p>
          <a:p xmlns:a="http://schemas.openxmlformats.org/drawingml/2006/main">
            <a:r>
              <a:t>DEMO / FILES TO SHOW</a:t>
            </a:r>
          </a:p>
          <a:p xmlns:a="http://schemas.openxmlformats.org/drawingml/2006/main">
            <a:r>
              <a:t>Open the application in the same browser session used for the saved report. The project starts with ./scripts/dev.sh from /Users/admin36/Desktop/NLP.</a:t>
            </a:r>
          </a:p>
          <a:p xmlns:a="http://schemas.openxmlformats.org/drawingml/2006/main">
            <a:r>
              <a:t/>
            </a:r>
          </a:p>
          <a:p xmlns:a="http://schemas.openxmlformats.org/drawingml/2006/main">
            <a:r>
              <a:t>SOURCES</a:t>
            </a:r>
          </a:p>
          <a:p xmlns:a="http://schemas.openxmlformats.org/drawingml/2006/main">
            <a:r>
              <a:t>/Users/admin36/Desktop/NLP/docs/ARCHITECTURE.md</a:t>
            </a:r>
          </a:p>
          <a:p xmlns:a="http://schemas.openxmlformats.org/drawingml/2006/main">
            <a:r>
              <a:t>/Users/admin36/Desktop/NLP/docs/ARTICLE-MODEL.md</a:t>
            </a:r>
          </a:p>
          <a:p xmlns:a="http://schemas.openxmlformats.org/drawingml/2006/main">
            <a:r>
              <a:t>Cover illustration: built-in Image Generation tool. Project copy: /Users/admin36/Desktop/NLP/.presentation-build/verifact/assets/news-analysis-cover.png. Prompt: minimal editorial still life of an ivory newspaper and clear glass magnifying lens, pale lavender background, restrained navy/violet palette, no text or logos.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
            </a:r>
          </a:p>
          <a:p xmlns:a="http://schemas.openxmlformats.org/drawingml/2006/main">
            <a:r>
              <a:t>The problem is that a reader may receive a long article and a confident-looking headline but have little time to inspect its claims. A bare fake-or-real label provides limited help. I addressed this by combining article screening with extractive summaries, entity and topic inspection, feature-level explanations, and candidate claims. The evidence panel shown here is an actual screenshot. It clearly says that integration is not configured. This makes the current scope visible instead of presenting a model estimate as an independently verified verdict. The project supports review rather than establishing the truth of the allegations in the submitted article.</a:t>
            </a:r>
          </a:p>
          <a:p xmlns:a="http://schemas.openxmlformats.org/drawingml/2006/main">
            <a:r>
              <a:t/>
            </a:r>
          </a:p>
          <a:p xmlns:a="http://schemas.openxmlformats.org/drawingml/2006/main">
            <a:r>
              <a:t>DEMO / FILES TO SHOW</a:t>
            </a:r>
          </a:p>
          <a:p xmlns:a="http://schemas.openxmlformats.org/drawingml/2006/main">
            <a:r>
              <a:t>Point to the evidence panel. Explain that no independent fact-check has occurred for this report.</a:t>
            </a:r>
          </a:p>
          <a:p xmlns:a="http://schemas.openxmlformats.org/drawingml/2006/main">
            <a:r>
              <a:t/>
            </a:r>
          </a:p>
          <a:p xmlns:a="http://schemas.openxmlformats.org/drawingml/2006/main">
            <a:r>
              <a:t>SOURCES</a:t>
            </a:r>
          </a:p>
          <a:p xmlns:a="http://schemas.openxmlformats.org/drawingml/2006/main">
            <a:r>
              <a:t>/Users/admin36/Desktop/NLP/docs/ARTICLE-MODEL.md</a:t>
            </a:r>
          </a:p>
          <a:p xmlns:a="http://schemas.openxmlformats.org/drawingml/2006/main">
            <a:r>
              <a:t>/Users/admin36/Desktop/NLP/backend/app/services/evidence.py</a:t>
            </a:r>
          </a:p>
          <a:p xmlns:a="http://schemas.openxmlformats.org/drawingml/2006/main">
            <a:r>
              <a:t>/var/folders/k7/7fjk7gdn7qqfrqljvm3v_jc40000gn/T/codex-clipboard-086d08d6-7f35-4b7b-9484-3d137639893b.png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
            </a:r>
          </a:p>
          <a:p xmlns:a="http://schemas.openxmlformats.org/drawingml/2006/main">
            <a:r>
              <a:t>Sir, a familiar analogy is the Spam folder in an email application. Imagine a simplified classifier trained on emails already labeled spam or legitimate. TF-IDF converts their words and phrases into numerical features, and a classifier learns weights from those labeled examples. When a new message arrives, it applies the saved representation and weights. My article classifier follows that supervised-learning idea using WELFake article labels. This is a conceptual analogy rather than a claim about Gmail’s internal implementation. A legitimate cybersecurity email might quote the phrase claim your free prize. That shows why a phrase alone cannot establish the category or factual meaning of the entire message. Likewise, a red word contribution in my report describes a model association, not a verified factual error.</a:t>
            </a:r>
          </a:p>
          <a:p xmlns:a="http://schemas.openxmlformats.org/drawingml/2006/main">
            <a:r>
              <a:t/>
            </a:r>
          </a:p>
          <a:p xmlns:a="http://schemas.openxmlformats.org/drawingml/2006/main">
            <a:r>
              <a:t>DEMO / FILES TO SHOW</a:t>
            </a:r>
          </a:p>
          <a:p xmlns:a="http://schemas.openxmlformats.org/drawingml/2006/main">
            <a:r>
              <a:t>Explain training versus inference. If asked whether each submission trains the model, answer no. It performs inference and stores a report.</a:t>
            </a:r>
          </a:p>
          <a:p xmlns:a="http://schemas.openxmlformats.org/drawingml/2006/main">
            <a:r>
              <a:t/>
            </a:r>
          </a:p>
          <a:p xmlns:a="http://schemas.openxmlformats.org/drawingml/2006/main">
            <a:r>
              <a:t>SOURCES</a:t>
            </a:r>
          </a:p>
          <a:p xmlns:a="http://schemas.openxmlformats.org/drawingml/2006/main">
            <a:r>
              <a:t>/Users/admin36/Desktop/NLP/backend/training/articles.py</a:t>
            </a:r>
          </a:p>
          <a:p xmlns:a="http://schemas.openxmlformats.org/drawingml/2006/main">
            <a:r>
              <a:t>/Users/admin36/Desktop/NLP/backend/app/ml/article_classifier.py</a:t>
            </a:r>
          </a:p>
          <a:p xmlns:a="http://schemas.openxmlformats.org/drawingml/2006/main">
            <a:r>
              <a:t>The email sentence is a hypothetical teaching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
            </a:r>
          </a:p>
          <a:p xmlns:a="http://schemas.openxmlformats.org/drawingml/2006/main">
            <a:r>
              <a:t>The frontend uses Next.js, React, and TypeScript. Requests pass through a same-origin proxy to FastAPI. The backend validates the request and coordinates three logical branches. The article classifier transforms cleaned text using the saved TF-IDF vocabulary, calculates the SVM decision score, applies sigmoid calibration, and returns signed feature contributions. The spaCy branch produces linguistic annotations, and a separate sentence-level TF-IDF calculation selects summary sentences. Explicit rules calculate wording cues, lexical sentiment, and candidate claims. The displayed outputs of the spaCy and rule branches do not feed the SVM. The diagram shows logical responsibilities, not necessarily simultaneous execution. Optional related fact-check search requires configuration, credentials, and consent. SQLAlchemy stores the combined report in SQLite locally. The API returns JSON to the frontend for results, history, and dashboard views.</a:t>
            </a:r>
          </a:p>
          <a:p xmlns:a="http://schemas.openxmlformats.org/drawingml/2006/main">
            <a:r>
              <a:t/>
            </a:r>
          </a:p>
          <a:p xmlns:a="http://schemas.openxmlformats.org/drawingml/2006/main">
            <a:r>
              <a:t>DEMO / FILES TO SHOW</a:t>
            </a:r>
          </a:p>
          <a:p xmlns:a="http://schemas.openxmlformats.org/drawingml/2006/main">
            <a:r>
              <a:t>Files: backend/app/api/routes.py; backend/app/services/analysis.py; backend/app/ml/article_classifier.py; backend/app/services/nlp.py; backend/app/services/linguistics.py. Setup: scripts/dev.sh starts both services and applies Alembic migrations. The backend loads the saved model at startup.</a:t>
            </a:r>
          </a:p>
          <a:p xmlns:a="http://schemas.openxmlformats.org/drawingml/2006/main">
            <a:r>
              <a:t/>
            </a:r>
          </a:p>
          <a:p xmlns:a="http://schemas.openxmlformats.org/drawingml/2006/main">
            <a:r>
              <a:t>SOURCES</a:t>
            </a:r>
          </a:p>
          <a:p xmlns:a="http://schemas.openxmlformats.org/drawingml/2006/main">
            <a:r>
              <a:t>/Users/admin36/Desktop/NLP/docs/ARCHITECTURE.md</a:t>
            </a:r>
          </a:p>
          <a:p xmlns:a="http://schemas.openxmlformats.org/drawingml/2006/main">
            <a:r>
              <a:t>/Users/admin36/Desktop/NLP/backend/app/ml/article_classifier.py</a:t>
            </a:r>
          </a:p>
          <a:p xmlns:a="http://schemas.openxmlformats.org/drawingml/2006/main">
            <a:r>
              <a:t>/Users/admin36/Desktop/NLP/backend/app/services/nlp.py</a:t>
            </a:r>
          </a:p>
          <a:p xmlns:a="http://schemas.openxmlformats.org/drawingml/2006/main">
            <a:r>
              <a:t>/Users/admin36/Desktop/NLP/backend/app/services/linguistics.py</a:t>
            </a:r>
          </a:p>
          <a:p xmlns:a="http://schemas.openxmlformats.org/drawingml/2006/main">
            <a:r>
              <a:t>/Users/admin36/Desktop/NLP/backend/app/services/analysis.py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
            </a:r>
          </a:p>
          <a:p xmlns:a="http://schemas.openxmlformats.org/drawingml/2006/main">
            <a:r>
              <a:t>The active training pipeline is backend/training/articles.py. The downloader verifies the WELFake checksum. Preparation applies shared article cleaning, filters unsuitable bodies, removes exact/conflicting duplicates, and groups approximate duplicates using matching titles/leads and MinHash LSH. Groups stay within one partition to reduce leakage. Training fits the vocabulary and SVM; validation selects C among 0.5, 1, and 2 using macro-F1; calibration fits a separate sigmoid mapping; the test set evaluates the selected model. The saved artifact contains 140,000 unigram and bigram features and a LinearSVC with C=2. LogisticRegression acts as the one-dimensional calibrator, not the main classifier. The source description has a numeric-label discrepancy, documented in the model card; the project audits and uses CSV 0=real and 1=fake. The saved model bundle contains the vectorizer, classifier, calibrator, metadata, and metrics. The pipeline also runs a separate LIAR diagnostic after fitting. Source/time overlap can remain despite group separation.</a:t>
            </a:r>
          </a:p>
          <a:p xmlns:a="http://schemas.openxmlformats.org/drawingml/2006/main">
            <a:r>
              <a:t/>
            </a:r>
          </a:p>
          <a:p xmlns:a="http://schemas.openxmlformats.org/drawingml/2006/main">
            <a:r>
              <a:t>DEMO / FILES TO SHOW</a:t>
            </a:r>
          </a:p>
          <a:p xmlns:a="http://schemas.openxmlformats.org/drawingml/2006/main">
            <a:r>
              <a:t>Show backend/training/articles.py at lines 149, 166, 183, and 288. Then show backend/artifacts/articles/metrics.json. The reproduction command is ../.venv/bin/python -m training.articles from backend/. scripts/train.sh runs an older experiment. To run the prepared product, use ./scripts/dev.sh without retraining.</a:t>
            </a:r>
          </a:p>
          <a:p xmlns:a="http://schemas.openxmlformats.org/drawingml/2006/main">
            <a:r>
              <a:t/>
            </a:r>
          </a:p>
          <a:p xmlns:a="http://schemas.openxmlformats.org/drawingml/2006/main">
            <a:r>
              <a:t>SOURCES</a:t>
            </a:r>
          </a:p>
          <a:p xmlns:a="http://schemas.openxmlformats.org/drawingml/2006/main">
            <a:r>
              <a:t>/Users/admin36/Desktop/NLP/backend/training/articles.py</a:t>
            </a:r>
          </a:p>
          <a:p xmlns:a="http://schemas.openxmlformats.org/drawingml/2006/main">
            <a:r>
              <a:t>/Users/admin36/Desktop/NLP/backend/artifacts/articles/metrics.json</a:t>
            </a:r>
          </a:p>
          <a:p xmlns:a="http://schemas.openxmlformats.org/drawingml/2006/main">
            <a:r>
              <a:t>/Users/admin36/Desktop/NLP/docs/ARTICLE-MODEL.md</a:t>
            </a:r>
          </a:p>
          <a:p xmlns:a="http://schemas.openxmlformats.org/drawingml/2006/main">
            <a:r>
              <a:t>/Users/admin36/Desktop/NLP/backend/training/download_articles.py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
            </a:r>
          </a:p>
          <a:p xmlns:a="http://schemas.openxmlformats.org/drawingml/2006/main">
            <a:r>
              <a:t>For the working demonstration, use the complete article shown in the user-supplied screenshots. The screenshot here is actual application output. It reports 1,049 words, 59 sentences, and average sentence length 17.8. The summary selects up to three original sentences from candidates in the first 200 sentences; this article has 59. It preserves wording and estimates importance rather than verifying statements. Named-entity recognition uses the pretrained spaCy en_core_web_sm model. It can misclassify entities, as Hotmail labeled Place demonstrates. Recurring topics count nouns/proper nouns grouped by lemma. Expand tokens, lemmas, and grammar to explain tokenization, base forms, parts of speech, morphology, and dependency relationships. The snapshot sentiment of 1.00 results from good and gain matching the positive list once each and no negative-list matches. This small lexicon does not understand the whole situation or quotation context.</a:t>
            </a:r>
          </a:p>
          <a:p xmlns:a="http://schemas.openxmlformats.org/drawingml/2006/main">
            <a:r>
              <a:t/>
            </a:r>
          </a:p>
          <a:p xmlns:a="http://schemas.openxmlformats.org/drawingml/2006/main">
            <a:r>
              <a:t>DEMO / FILES TO SHOW</a:t>
            </a:r>
          </a:p>
          <a:p xmlns:a="http://schemas.openxmlformats.org/drawingml/2006/main">
            <a:r>
              <a:t>Demo sequence: Analyze; submit the full article; open Understand the content; point to summary, entity labels, and topics; expand grammar. If URL extraction fails, paste the article text. Source file: backend/app/services/nlp.py. Interface: frontend/src/components/nlp-inspector.tsx.</a:t>
            </a:r>
          </a:p>
          <a:p xmlns:a="http://schemas.openxmlformats.org/drawingml/2006/main">
            <a:r>
              <a:t/>
            </a:r>
          </a:p>
          <a:p xmlns:a="http://schemas.openxmlformats.org/drawingml/2006/main">
            <a:r>
              <a:t>SOURCES</a:t>
            </a:r>
          </a:p>
          <a:p xmlns:a="http://schemas.openxmlformats.org/drawingml/2006/main">
            <a:r>
              <a:t>/var/folders/k7/7fjk7gdn7qqfrqljvm3v_jc40000gn/T/codex-clipboard-b4950b00-3791-4098-860c-725fe0a8434b.png</a:t>
            </a:r>
          </a:p>
          <a:p xmlns:a="http://schemas.openxmlformats.org/drawingml/2006/main">
            <a:r>
              <a:t>/Users/admin36/Desktop/NLP/backend/app/services/nlp.py</a:t>
            </a:r>
          </a:p>
          <a:p xmlns:a="http://schemas.openxmlformats.org/drawingml/2006/main">
            <a:r>
              <a:t>/Users/admin36/Desktop/NLP/backend/app/services/linguistics.py</a:t>
            </a:r>
          </a:p>
          <a:p xmlns:a="http://schemas.openxmlformats.org/drawingml/2006/main">
            <a:r>
              <a:t>/Users/admin36/Desktop/NLP/backend/verifact.db, matching saved report: Hotmail co-founder Sabeer Bhatia faces Rs 50 crore Adani defamation suit over Modi documentary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
            </a:r>
          </a:p>
          <a:p xmlns:a="http://schemas.openxmlformats.org/drawingml/2006/main">
            <a:r>
              <a:t>The saved report matching the screenshots predicts Likely Credible with credible-class estimate 0.9560909576 and misleading estimate 0.0439090424. This is benchmark class confidence, not the probability that every statement is factually true. The selected features come directly from the fitted model. A positive signed contribution points toward misleading and a negative contribution toward credible. October contributes about +0.647, said about -0.603, and on Monday about -0.402. The strongest individual displayed feature can be red while the complete sum favors credible. All feature contributions sum to about -4.645, and the combined calibrated intercept is +1.565, giving calibrated log-odds about -3.081. The sigmoid gives 4.39% misleading and 95.61% credible. Each contribution is TF-IDF times SVM coefficient times calibration slope. The report displays up to 14 strong features; bars are relative magnitudes, not probabilities. October is an ordinary date word. Its weight can reflect dataset associations and does not establish a false date. No SHAP or LIME is used.</a:t>
            </a:r>
          </a:p>
          <a:p xmlns:a="http://schemas.openxmlformats.org/drawingml/2006/main">
            <a:r>
              <a:t/>
            </a:r>
          </a:p>
          <a:p xmlns:a="http://schemas.openxmlformats.org/drawingml/2006/main">
            <a:r>
              <a:t>DEMO / FILES TO SHOW</a:t>
            </a:r>
          </a:p>
          <a:p xmlns:a="http://schemas.openxmlformats.org/drawingml/2006/main">
            <a:r>
              <a:t>Click October, read its context, then select said or on Monday. Explain why no specific wording problem is detected for October. Open the technical contribution if asked. Keep the factual-verification status visible.</a:t>
            </a:r>
          </a:p>
          <a:p xmlns:a="http://schemas.openxmlformats.org/drawingml/2006/main">
            <a:r>
              <a:t/>
            </a:r>
          </a:p>
          <a:p xmlns:a="http://schemas.openxmlformats.org/drawingml/2006/main">
            <a:r>
              <a:t>SOURCES</a:t>
            </a:r>
          </a:p>
          <a:p xmlns:a="http://schemas.openxmlformats.org/drawingml/2006/main">
            <a:r>
              <a:t>/var/folders/k7/7fjk7gdn7qqfrqljvm3v_jc40000gn/T/codex-clipboard-da809fa7-4985-489a-9e42-1c2ea4f6a002.png</a:t>
            </a:r>
          </a:p>
          <a:p xmlns:a="http://schemas.openxmlformats.org/drawingml/2006/main">
            <a:r>
              <a:t>/Users/admin36/Desktop/NLP/backend/app/ml/article_classifier.py</a:t>
            </a:r>
          </a:p>
          <a:p xmlns:a="http://schemas.openxmlformats.org/drawingml/2006/main">
            <a:r>
              <a:t>/Users/admin36/Desktop/NLP/frontend/src/components/prediction-explainer.tsx</a:t>
            </a:r>
          </a:p>
          <a:p xmlns:a="http://schemas.openxmlformats.org/drawingml/2006/main">
            <a:r>
              <a:t>/Users/admin36/Desktop/NLP/backend/verifact.db, matching saved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SCRIPT</a:t>
            </a:r>
          </a:p>
          <a:p xmlns:a="http://schemas.openxmlformats.org/drawingml/2006/main">
            <a:r>
              <a:t/>
            </a:r>
          </a:p>
          <a:p xmlns:a="http://schemas.openxmlformats.org/drawingml/2006/main">
            <a:r>
              <a:t>On the full 12,110-article held-out WELFake test set, accuracy is 96.31%, misleading-class precision 96.51%, recall 94.99%, and F1 95.74%. Accuracy means overall agreement with the dataset labels. Precision asks how often misleading predictions match that label; recall asks how many misleading-labeled examples the model identifies. F1 balances precision and recall. Full-test results include low-confidence inputs before confidence-only filtering. This evaluation separates approximate-duplicate groups, but it does not hold out publishers or time periods. Labels come from merged datasets and may reflect publisher categories. A separate diagnostic on 798 short LIAR claims reached 47.24% accuracy, showing task/domain dependence. Current Indian-news accuracy remains unmeasured. Future work includes domain-specific evaluation, stronger entity handling, contextual language analysis, multilingual support, and evidence-grounded review of individual claims. My contribution is the integrated reproducible workflow with transparent explanations and clear evidence status. Thank you, sir. I am ready for questions.</a:t>
            </a:r>
          </a:p>
          <a:p xmlns:a="http://schemas.openxmlformats.org/drawingml/2006/main">
            <a:r>
              <a:t/>
            </a:r>
          </a:p>
          <a:p xmlns:a="http://schemas.openxmlformats.org/drawingml/2006/main">
            <a:r>
              <a:t>DEMO / FILES TO SHOW</a:t>
            </a:r>
          </a:p>
          <a:p xmlns:a="http://schemas.openxmlformats.org/drawingml/2006/main">
            <a:r>
              <a:t>Open Model performance if asked. Show backend/artifacts/articles/metrics.json. For persistence, reload the report and open History. Export and print options are available in the report.</a:t>
            </a:r>
          </a:p>
          <a:p xmlns:a="http://schemas.openxmlformats.org/drawingml/2006/main">
            <a:r>
              <a:t/>
            </a:r>
          </a:p>
          <a:p xmlns:a="http://schemas.openxmlformats.org/drawingml/2006/main">
            <a:r>
              <a:t>SOURCES</a:t>
            </a:r>
          </a:p>
          <a:p xmlns:a="http://schemas.openxmlformats.org/drawingml/2006/main">
            <a:r>
              <a:t>/Users/admin36/Desktop/NLP/backend/artifacts/articles/metrics.json</a:t>
            </a:r>
          </a:p>
          <a:p xmlns:a="http://schemas.openxmlformats.org/drawingml/2006/main">
            <a:r>
              <a:t>/Users/admin36/Desktop/NLP/docs/ARTICLE-MODEL.md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1f95bafcdc4e4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cba8382289644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ac50e1c5e3e45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8eaf57b43f940a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1b7384200a746e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3fb055305234d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2F01A4-9EAC-4959-BC90-A891614187A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DAA933B-CE0F-4894-8CAB-3893A28E579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50CBFB9-BE65-41B8-BD8C-07657D5AE21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83085A-DA86-4CFC-BEF4-75131F8D34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24D39D1-AD19-4485-A6C4-5D1AD9E95F8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01E2849-88B8-41F5-8C66-6DD5871165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77FE13-EA54-4945-8011-7E47326AEE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171A14-0FE4-4965-8E8C-F7DF02F983F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532C12-F265-445D-B3C3-5D40C55CCA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C91A51-83D6-42D2-ABDE-4EF87B5CDA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c6d202e9ce4273" /><Relationship Type="http://schemas.openxmlformats.org/officeDocument/2006/relationships/slideLayout" Target="/ppt/slideLayouts/slideLayout1.xml" Id="Red186549274240b2" /><Relationship Type="http://schemas.openxmlformats.org/officeDocument/2006/relationships/slideLayout" Target="/ppt/slideLayouts/slideLayout2.xml" Id="R0fa8add20caa4201" /><Relationship Type="http://schemas.openxmlformats.org/officeDocument/2006/relationships/slideLayout" Target="/ppt/slideLayouts/slideLayout3.xml" Id="R3f02b4a510674c81" /><Relationship Type="http://schemas.openxmlformats.org/officeDocument/2006/relationships/slideLayout" Target="/ppt/slideLayouts/slideLayout4.xml" Id="R33d661739ce5422a" /><Relationship Type="http://schemas.openxmlformats.org/officeDocument/2006/relationships/slideLayout" Target="/ppt/slideLayouts/slideLayout5.xml" Id="Ra80c49f3787b4a7b" /><Relationship Type="http://schemas.openxmlformats.org/officeDocument/2006/relationships/slideLayout" Target="/ppt/slideLayouts/slideLayout6.xml" Id="Rae7d639daf2444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186549274240b2"/>
    <p:sldLayoutId xmlns:r="http://schemas.openxmlformats.org/officeDocument/2006/relationships" id="2147483650" r:id="R0fa8add20caa4201"/>
    <p:sldLayoutId xmlns:r="http://schemas.openxmlformats.org/officeDocument/2006/relationships" id="2147483651" r:id="R3f02b4a510674c81"/>
    <p:sldLayoutId xmlns:r="http://schemas.openxmlformats.org/officeDocument/2006/relationships" id="2147483652" r:id="R33d661739ce5422a"/>
    <p:sldLayoutId xmlns:r="http://schemas.openxmlformats.org/officeDocument/2006/relationships" id="2147483653" r:id="Ra80c49f3787b4a7b"/>
    <p:sldLayoutId xmlns:r="http://schemas.openxmlformats.org/officeDocument/2006/relationships" id="2147483654" r:id="Rae7d639daf2444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b67a65197864c33" /><Relationship Type="http://schemas.openxmlformats.org/officeDocument/2006/relationships/image" Target="/ppt/media/image.png" Id="R84798957af824482" /><Relationship Type="http://schemas.openxmlformats.org/officeDocument/2006/relationships/notesSlide" Target="/ppt/notesSlides/notesSlide1.xml" Id="R27dc56921af14f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c4211b248e43e8" /><Relationship Type="http://schemas.openxmlformats.org/officeDocument/2006/relationships/image" Target="/ppt/media/image2.png" Id="Rc053bfd302e34a6a" /><Relationship Type="http://schemas.openxmlformats.org/officeDocument/2006/relationships/notesSlide" Target="/ppt/notesSlides/notesSlide2.xml" Id="R7432edde4ef348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173340be9a04613" /><Relationship Type="http://schemas.openxmlformats.org/officeDocument/2006/relationships/notesSlide" Target="/ppt/notesSlides/notesSlide3.xml" Id="Rfcd985e4ff104b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fa753209a1e44a5" /><Relationship Type="http://schemas.openxmlformats.org/officeDocument/2006/relationships/notesSlide" Target="/ppt/notesSlides/notesSlide4.xml" Id="Rfe91cde93fb94a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740c4237a204d9c" /><Relationship Type="http://schemas.openxmlformats.org/officeDocument/2006/relationships/notesSlide" Target="/ppt/notesSlides/notesSlide5.xml" Id="Rea4b7e56828241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025433543814bdb" /><Relationship Type="http://schemas.openxmlformats.org/officeDocument/2006/relationships/image" Target="/ppt/media/image3.png" Id="Rc502e5ce203e4639" /><Relationship Type="http://schemas.openxmlformats.org/officeDocument/2006/relationships/notesSlide" Target="/ppt/notesSlides/notesSlide6.xml" Id="Rd45a397003f244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74d90d64bd04b2c" /><Relationship Type="http://schemas.openxmlformats.org/officeDocument/2006/relationships/image" Target="/ppt/media/image4.png" Id="R2a775cb2afc84cb8" /><Relationship Type="http://schemas.openxmlformats.org/officeDocument/2006/relationships/notesSlide" Target="/ppt/notesSlides/notesSlide7.xml" Id="R8a2020b02c9c4e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654ffd0ec904985" /><Relationship Type="http://schemas.openxmlformats.org/officeDocument/2006/relationships/chart" Target="/ppt/slides/charts/chart1.xml" Id="R36d1b4a9e8914cd1" /><Relationship Type="http://schemas.openxmlformats.org/officeDocument/2006/relationships/notesSlide" Target="/ppt/notesSlides/notesSlide8.xml" Id="R4b4979b1fe494987" /></Relationships>
</file>

<file path=ppt/slides/charts/chart1.xml><?xml version="1.0" encoding="utf-8"?>
<c:chartSpace xmlns:c="http://schemas.openxmlformats.org/drawingml/2006/chart">
  <c:lang val="en-US"/>
  <c:chart>
    <c:plotArea>
      <c:barChart>
        <c:barDir val="bar"/>
        <c:grouping val="clustered"/>
        <c:varyColors val="0"/>
        <c:ser>
          <c:idx val="0"/>
          <c:order val="0"/>
          <c:tx>
            <c:v>Benchmark result</c:v>
          </c:tx>
          <c:spPr>
            <a:solidFill xmlns:a="http://schemas.openxmlformats.org/drawingml/2006/main">
              <a:srgbClr val="7052D9"/>
            </a:solidFill>
          </c:spPr>
          <c:invertIfNegative val="0"/>
          <c:cat>
            <c:strLit>
              <c:ptCount val="4"/>
              <c:pt idx="0">
                <c:v>Accuracy</c:v>
              </c:pt>
              <c:pt idx="1">
                <c:v>Precision</c:v>
              </c:pt>
              <c:pt idx="2">
                <c:v>Recall</c:v>
              </c:pt>
              <c:pt idx="3">
                <c:v>F1</c:v>
              </c:pt>
            </c:strLit>
          </c:cat>
          <c:val>
            <c:numLit>
              <c:formatCode>0.00%</c:formatCode>
              <c:ptCount val="4"/>
              <c:pt idx="0">
                <c:v>0.9630883567299753</c:v>
              </c:pt>
              <c:pt idx="1">
                <c:v>0.9650738821723278</c:v>
              </c:pt>
              <c:pt idx="2">
                <c:v>0.9499433320740461</c:v>
              </c:pt>
              <c:pt idx="3">
                <c:v>0.9574488338886245</c:v>
              </c:pt>
            </c:numLit>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7243B"/>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26354C"/>
                </a:solidFill>
                <a:latin typeface="Arial"/>
                <a:ea typeface="Arial"/>
                <a:cs typeface="Arial"/>
              </a:defRPr>
            </a:pPr>
          </a:p>
        </c:txPr>
        <c:crossAx val="48672768"/>
      </c:catAx>
      <c:valAx>
        <c:axId val="48672768"/>
        <c:scaling>
          <c:orientation val="minMax"/>
          <c:max val="1.1"/>
          <c:min val="0"/>
        </c:scaling>
        <c:delete val="1"/>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26354C"/>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38B2643-CDA2-4F12-8643-FDFADB93B232}"/>
              </a:ext>
            </a:extLst>
          </p:cNvPr>
          <p:cNvPicPr>
            <a:picLocks xmlns:a="http://schemas.openxmlformats.org/drawingml/2006/main" noChangeAspect="1"/>
          </p:cNvPicPr>
          <p:nvPr/>
        </p:nvPicPr>
        <p:blipFill>
          <a:blip xmlns:r="http://schemas.openxmlformats.org/officeDocument/2006/relationships" xmlns:a="http://schemas.openxmlformats.org/drawingml/2006/main" r:embed="R84798957af824482"/>
          <a:srcRect xmlns:a="http://schemas.openxmlformats.org/drawingml/2006/main" l="16667" t="0" r="16667" b="0"/>
          <a:stretch xmlns:a="http://schemas.openxmlformats.org/drawingml/2006/main">
            <a:fillRect l="0" t="0" r="0" b="0"/>
          </a:stretch>
        </p:blipFill>
        <p:spPr>
          <a:xfrm xmlns:a="http://schemas.openxmlformats.org/drawingml/2006/main">
            <a:off x="6191250" y="619125"/>
            <a:ext cx="5572125" cy="5572125"/>
          </a:xfrm>
          <a:prstGeom xmlns:a="http://schemas.openxmlformats.org/drawingml/2006/main" prst="rect">
            <a:avLst/>
          </a:prstGeom>
        </p:spPr>
      </p:pic>
      <p:sp>
        <p:nvSpPr>
          <p:cNvPr id="3" name="text">
            <a:extLst xmlns:a="http://schemas.openxmlformats.org/drawingml/2006/main">
              <a:ext uri="{FF2B5EF4-FFF2-40B4-BE49-F238E27FC236}">
                <a16:creationId xmlns:a16="http://schemas.microsoft.com/office/drawing/2014/main" id="{491D7576-03CF-4002-87F1-CC757D7C4170}"/>
              </a:ext>
            </a:extLst>
          </p:cNvPr>
          <p:cNvSpPr>
            <a:spLocks xmlns:a="http://schemas.openxmlformats.org/drawingml/2006/main" noGrp="1"/>
          </p:cNvSpPr>
          <p:nvPr/>
        </p:nvSpPr>
        <p:spPr>
          <a:xfrm xmlns:a="http://schemas.openxmlformats.org/drawingml/2006/main">
            <a:off x="609600" y="1066800"/>
            <a:ext cx="528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7052D9"/>
                </a:solidFill>
                <a:latin typeface="Arial"/>
                <a:ea typeface="Arial"/>
                <a:cs typeface="Arial"/>
              </a:defRPr>
            </a:defPPr>
            <a:lvl1pPr algn="l">
              <a:defRPr sz="1350" b="1">
                <a:solidFill>
                  <a:srgbClr val="7052D9"/>
                </a:solidFill>
                <a:latin typeface="Arial"/>
                <a:ea typeface="Arial"/>
                <a:cs typeface="Arial"/>
              </a:defRPr>
            </a:lvl1pPr>
            <a:lvl2pPr algn="l">
              <a:defRPr sz="1350" b="1">
                <a:solidFill>
                  <a:srgbClr val="7052D9"/>
                </a:solidFill>
                <a:latin typeface="Arial"/>
                <a:ea typeface="Arial"/>
                <a:cs typeface="Arial"/>
              </a:defRPr>
            </a:lvl2pPr>
            <a:lvl3pPr algn="l">
              <a:defRPr sz="1350" b="1">
                <a:solidFill>
                  <a:srgbClr val="7052D9"/>
                </a:solidFill>
                <a:latin typeface="Arial"/>
                <a:ea typeface="Arial"/>
                <a:cs typeface="Arial"/>
              </a:defRPr>
            </a:lvl3pPr>
            <a:lvl4pPr algn="l">
              <a:defRPr sz="1350" b="1">
                <a:solidFill>
                  <a:srgbClr val="7052D9"/>
                </a:solidFill>
                <a:latin typeface="Arial"/>
                <a:ea typeface="Arial"/>
                <a:cs typeface="Arial"/>
              </a:defRPr>
            </a:lvl4pPr>
            <a:lvl5pPr algn="l">
              <a:defRPr sz="1350" b="1">
                <a:solidFill>
                  <a:srgbClr val="7052D9"/>
                </a:solidFill>
                <a:latin typeface="Arial"/>
                <a:ea typeface="Arial"/>
                <a:cs typeface="Arial"/>
              </a:defRPr>
            </a:lvl5pPr>
            <a:lvl6pPr algn="l">
              <a:defRPr sz="1350" b="1">
                <a:solidFill>
                  <a:srgbClr val="7052D9"/>
                </a:solidFill>
                <a:latin typeface="Arial"/>
                <a:ea typeface="Arial"/>
                <a:cs typeface="Arial"/>
              </a:defRPr>
            </a:lvl6pPr>
            <a:lvl7pPr algn="l">
              <a:defRPr sz="1350" b="1">
                <a:solidFill>
                  <a:srgbClr val="7052D9"/>
                </a:solidFill>
                <a:latin typeface="Arial"/>
                <a:ea typeface="Arial"/>
                <a:cs typeface="Arial"/>
              </a:defRPr>
            </a:lvl7pPr>
            <a:lvl8pPr algn="l">
              <a:defRPr sz="1350" b="1">
                <a:solidFill>
                  <a:srgbClr val="7052D9"/>
                </a:solidFill>
                <a:latin typeface="Arial"/>
                <a:ea typeface="Arial"/>
                <a:cs typeface="Arial"/>
              </a:defRPr>
            </a:lvl8pPr>
            <a:lvl9pPr algn="l">
              <a:defRPr sz="1350" b="1">
                <a:solidFill>
                  <a:srgbClr val="7052D9"/>
                </a:solidFill>
                <a:latin typeface="Arial"/>
                <a:ea typeface="Arial"/>
                <a:cs typeface="Arial"/>
              </a:defRPr>
            </a:lvl9pPr>
          </a:lstStyle>
          <a:p xmlns:a="http://schemas.openxmlformats.org/drawingml/2006/main">
            <a:pPr algn="l">
              <a:defRPr sz="1350" b="1">
                <a:solidFill>
                  <a:srgbClr val="7052D9"/>
                </a:solidFill>
                <a:latin typeface="Arial"/>
                <a:ea typeface="Arial"/>
                <a:cs typeface="Arial"/>
              </a:defRPr>
            </a:pPr>
            <a:r>
              <a:rPr sz="1350" b="1">
                <a:solidFill>
                  <a:srgbClr val="7052D9"/>
                </a:solidFill>
                <a:latin typeface="Arial"/>
                <a:ea typeface="Arial"/>
                <a:cs typeface="Arial"/>
              </a:rPr>
              <a:t>NATURAL LANGUAGE PROCESSING PROJECT</a:t>
            </a:r>
          </a:p>
        </p:txBody>
      </p:sp>
      <p:sp>
        <p:nvSpPr>
          <p:cNvPr id="4" name="cover-title">
            <a:extLst xmlns:a="http://schemas.openxmlformats.org/drawingml/2006/main">
              <a:ext uri="{FF2B5EF4-FFF2-40B4-BE49-F238E27FC236}">
                <a16:creationId xmlns:a16="http://schemas.microsoft.com/office/drawing/2014/main" id="{C60BB5D1-CAB0-48B8-B744-23B1FA202E68}"/>
              </a:ext>
            </a:extLst>
          </p:cNvPr>
          <p:cNvSpPr>
            <a:spLocks xmlns:a="http://schemas.openxmlformats.org/drawingml/2006/main" noGrp="1"/>
          </p:cNvSpPr>
          <p:nvPr/>
        </p:nvSpPr>
        <p:spPr>
          <a:xfrm xmlns:a="http://schemas.openxmlformats.org/drawingml/2006/main">
            <a:off x="609600" y="2076450"/>
            <a:ext cx="552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7243B"/>
                </a:solidFill>
                <a:latin typeface="Arial"/>
                <a:ea typeface="Arial"/>
                <a:cs typeface="Arial"/>
              </a:defRPr>
            </a:defPPr>
            <a:lvl1pPr algn="l">
              <a:defRPr sz="5700" b="1">
                <a:solidFill>
                  <a:srgbClr val="17243B"/>
                </a:solidFill>
                <a:latin typeface="Arial"/>
                <a:ea typeface="Arial"/>
                <a:cs typeface="Arial"/>
              </a:defRPr>
            </a:lvl1pPr>
            <a:lvl2pPr algn="l">
              <a:defRPr sz="5700" b="1">
                <a:solidFill>
                  <a:srgbClr val="17243B"/>
                </a:solidFill>
                <a:latin typeface="Arial"/>
                <a:ea typeface="Arial"/>
                <a:cs typeface="Arial"/>
              </a:defRPr>
            </a:lvl2pPr>
            <a:lvl3pPr algn="l">
              <a:defRPr sz="5700" b="1">
                <a:solidFill>
                  <a:srgbClr val="17243B"/>
                </a:solidFill>
                <a:latin typeface="Arial"/>
                <a:ea typeface="Arial"/>
                <a:cs typeface="Arial"/>
              </a:defRPr>
            </a:lvl3pPr>
            <a:lvl4pPr algn="l">
              <a:defRPr sz="5700" b="1">
                <a:solidFill>
                  <a:srgbClr val="17243B"/>
                </a:solidFill>
                <a:latin typeface="Arial"/>
                <a:ea typeface="Arial"/>
                <a:cs typeface="Arial"/>
              </a:defRPr>
            </a:lvl4pPr>
            <a:lvl5pPr algn="l">
              <a:defRPr sz="5700" b="1">
                <a:solidFill>
                  <a:srgbClr val="17243B"/>
                </a:solidFill>
                <a:latin typeface="Arial"/>
                <a:ea typeface="Arial"/>
                <a:cs typeface="Arial"/>
              </a:defRPr>
            </a:lvl5pPr>
            <a:lvl6pPr algn="l">
              <a:defRPr sz="5700" b="1">
                <a:solidFill>
                  <a:srgbClr val="17243B"/>
                </a:solidFill>
                <a:latin typeface="Arial"/>
                <a:ea typeface="Arial"/>
                <a:cs typeface="Arial"/>
              </a:defRPr>
            </a:lvl6pPr>
            <a:lvl7pPr algn="l">
              <a:defRPr sz="5700" b="1">
                <a:solidFill>
                  <a:srgbClr val="17243B"/>
                </a:solidFill>
                <a:latin typeface="Arial"/>
                <a:ea typeface="Arial"/>
                <a:cs typeface="Arial"/>
              </a:defRPr>
            </a:lvl7pPr>
            <a:lvl8pPr algn="l">
              <a:defRPr sz="5700" b="1">
                <a:solidFill>
                  <a:srgbClr val="17243B"/>
                </a:solidFill>
                <a:latin typeface="Arial"/>
                <a:ea typeface="Arial"/>
                <a:cs typeface="Arial"/>
              </a:defRPr>
            </a:lvl8pPr>
            <a:lvl9pPr algn="l">
              <a:defRPr sz="5700" b="1">
                <a:solidFill>
                  <a:srgbClr val="17243B"/>
                </a:solidFill>
                <a:latin typeface="Arial"/>
                <a:ea typeface="Arial"/>
                <a:cs typeface="Arial"/>
              </a:defRPr>
            </a:lvl9pPr>
          </a:lstStyle>
          <a:p xmlns:a="http://schemas.openxmlformats.org/drawingml/2006/main">
            <a:pPr algn="l">
              <a:defRPr sz="5700" b="1">
                <a:solidFill>
                  <a:srgbClr val="17243B"/>
                </a:solidFill>
                <a:latin typeface="Arial"/>
                <a:ea typeface="Arial"/>
                <a:cs typeface="Arial"/>
              </a:defRPr>
            </a:pPr>
            <a:r>
              <a:rPr sz="5700" b="1">
                <a:solidFill>
                  <a:srgbClr val="17243B"/>
                </a:solidFill>
                <a:latin typeface="Arial"/>
                <a:ea typeface="Arial"/>
                <a:cs typeface="Arial"/>
              </a:rPr>
              <a:t>VeriFact AI</a:t>
            </a:r>
          </a:p>
        </p:txBody>
      </p:sp>
      <p:sp>
        <p:nvSpPr>
          <p:cNvPr id="5" name="text">
            <a:extLst xmlns:a="http://schemas.openxmlformats.org/drawingml/2006/main">
              <a:ext uri="{FF2B5EF4-FFF2-40B4-BE49-F238E27FC236}">
                <a16:creationId xmlns:a16="http://schemas.microsoft.com/office/drawing/2014/main" id="{FA7EEBC7-FFD7-4634-92E4-BF8B3C56919F}"/>
              </a:ext>
            </a:extLst>
          </p:cNvPr>
          <p:cNvSpPr>
            <a:spLocks xmlns:a="http://schemas.openxmlformats.org/drawingml/2006/main" noGrp="1"/>
          </p:cNvSpPr>
          <p:nvPr/>
        </p:nvSpPr>
        <p:spPr>
          <a:xfrm xmlns:a="http://schemas.openxmlformats.org/drawingml/2006/main">
            <a:off x="609600" y="3143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43B"/>
                </a:solidFill>
                <a:latin typeface="Arial"/>
                <a:ea typeface="Arial"/>
                <a:cs typeface="Arial"/>
              </a:defRPr>
            </a:defPPr>
            <a:lvl1pPr algn="l">
              <a:defRPr sz="2700" b="1">
                <a:solidFill>
                  <a:srgbClr val="17243B"/>
                </a:solidFill>
                <a:latin typeface="Arial"/>
                <a:ea typeface="Arial"/>
                <a:cs typeface="Arial"/>
              </a:defRPr>
            </a:lvl1pPr>
            <a:lvl2pPr algn="l">
              <a:defRPr sz="2700" b="1">
                <a:solidFill>
                  <a:srgbClr val="17243B"/>
                </a:solidFill>
                <a:latin typeface="Arial"/>
                <a:ea typeface="Arial"/>
                <a:cs typeface="Arial"/>
              </a:defRPr>
            </a:lvl2pPr>
            <a:lvl3pPr algn="l">
              <a:defRPr sz="2700" b="1">
                <a:solidFill>
                  <a:srgbClr val="17243B"/>
                </a:solidFill>
                <a:latin typeface="Arial"/>
                <a:ea typeface="Arial"/>
                <a:cs typeface="Arial"/>
              </a:defRPr>
            </a:lvl3pPr>
            <a:lvl4pPr algn="l">
              <a:defRPr sz="2700" b="1">
                <a:solidFill>
                  <a:srgbClr val="17243B"/>
                </a:solidFill>
                <a:latin typeface="Arial"/>
                <a:ea typeface="Arial"/>
                <a:cs typeface="Arial"/>
              </a:defRPr>
            </a:lvl4pPr>
            <a:lvl5pPr algn="l">
              <a:defRPr sz="2700" b="1">
                <a:solidFill>
                  <a:srgbClr val="17243B"/>
                </a:solidFill>
                <a:latin typeface="Arial"/>
                <a:ea typeface="Arial"/>
                <a:cs typeface="Arial"/>
              </a:defRPr>
            </a:lvl5pPr>
            <a:lvl6pPr algn="l">
              <a:defRPr sz="2700" b="1">
                <a:solidFill>
                  <a:srgbClr val="17243B"/>
                </a:solidFill>
                <a:latin typeface="Arial"/>
                <a:ea typeface="Arial"/>
                <a:cs typeface="Arial"/>
              </a:defRPr>
            </a:lvl6pPr>
            <a:lvl7pPr algn="l">
              <a:defRPr sz="2700" b="1">
                <a:solidFill>
                  <a:srgbClr val="17243B"/>
                </a:solidFill>
                <a:latin typeface="Arial"/>
                <a:ea typeface="Arial"/>
                <a:cs typeface="Arial"/>
              </a:defRPr>
            </a:lvl7pPr>
            <a:lvl8pPr algn="l">
              <a:defRPr sz="2700" b="1">
                <a:solidFill>
                  <a:srgbClr val="17243B"/>
                </a:solidFill>
                <a:latin typeface="Arial"/>
                <a:ea typeface="Arial"/>
                <a:cs typeface="Arial"/>
              </a:defRPr>
            </a:lvl8pPr>
            <a:lvl9pPr algn="l">
              <a:defRPr sz="2700" b="1">
                <a:solidFill>
                  <a:srgbClr val="17243B"/>
                </a:solidFill>
                <a:latin typeface="Arial"/>
                <a:ea typeface="Arial"/>
                <a:cs typeface="Arial"/>
              </a:defRPr>
            </a:lvl9pPr>
          </a:lstStyle>
          <a:p xmlns:a="http://schemas.openxmlformats.org/drawingml/2006/main">
            <a:pPr algn="l">
              <a:defRPr sz="2700" b="1">
                <a:solidFill>
                  <a:srgbClr val="17243B"/>
                </a:solidFill>
                <a:latin typeface="Arial"/>
                <a:ea typeface="Arial"/>
                <a:cs typeface="Arial"/>
              </a:defRPr>
            </a:pPr>
            <a:r>
              <a:rPr sz="2700" b="1">
                <a:solidFill>
                  <a:srgbClr val="17243B"/>
                </a:solidFill>
                <a:latin typeface="Arial"/>
                <a:ea typeface="Arial"/>
                <a:cs typeface="Arial"/>
              </a:rPr>
              <a:t>Explainable news analysis</a:t>
            </a:r>
          </a:p>
        </p:txBody>
      </p:sp>
      <p:sp>
        <p:nvSpPr>
          <p:cNvPr id="6" name="text">
            <a:extLst xmlns:a="http://schemas.openxmlformats.org/drawingml/2006/main">
              <a:ext uri="{FF2B5EF4-FFF2-40B4-BE49-F238E27FC236}">
                <a16:creationId xmlns:a16="http://schemas.microsoft.com/office/drawing/2014/main" id="{74853865-D459-49ED-B3AC-105DEB09E6D2}"/>
              </a:ext>
            </a:extLst>
          </p:cNvPr>
          <p:cNvSpPr>
            <a:spLocks xmlns:a="http://schemas.openxmlformats.org/drawingml/2006/main" noGrp="1"/>
          </p:cNvSpPr>
          <p:nvPr/>
        </p:nvSpPr>
        <p:spPr>
          <a:xfrm xmlns:a="http://schemas.openxmlformats.org/drawingml/2006/main">
            <a:off x="609600" y="3895725"/>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E6C80"/>
                </a:solidFill>
                <a:latin typeface="Arial"/>
                <a:ea typeface="Arial"/>
                <a:cs typeface="Arial"/>
              </a:defRPr>
            </a:defPPr>
            <a:lvl1pPr algn="l">
              <a:defRPr sz="1950" b="0">
                <a:solidFill>
                  <a:srgbClr val="5E6C80"/>
                </a:solidFill>
                <a:latin typeface="Arial"/>
                <a:ea typeface="Arial"/>
                <a:cs typeface="Arial"/>
              </a:defRPr>
            </a:lvl1pPr>
            <a:lvl2pPr algn="l">
              <a:defRPr sz="1950" b="0">
                <a:solidFill>
                  <a:srgbClr val="5E6C80"/>
                </a:solidFill>
                <a:latin typeface="Arial"/>
                <a:ea typeface="Arial"/>
                <a:cs typeface="Arial"/>
              </a:defRPr>
            </a:lvl2pPr>
            <a:lvl3pPr algn="l">
              <a:defRPr sz="1950" b="0">
                <a:solidFill>
                  <a:srgbClr val="5E6C80"/>
                </a:solidFill>
                <a:latin typeface="Arial"/>
                <a:ea typeface="Arial"/>
                <a:cs typeface="Arial"/>
              </a:defRPr>
            </a:lvl3pPr>
            <a:lvl4pPr algn="l">
              <a:defRPr sz="1950" b="0">
                <a:solidFill>
                  <a:srgbClr val="5E6C80"/>
                </a:solidFill>
                <a:latin typeface="Arial"/>
                <a:ea typeface="Arial"/>
                <a:cs typeface="Arial"/>
              </a:defRPr>
            </a:lvl4pPr>
            <a:lvl5pPr algn="l">
              <a:defRPr sz="1950" b="0">
                <a:solidFill>
                  <a:srgbClr val="5E6C80"/>
                </a:solidFill>
                <a:latin typeface="Arial"/>
                <a:ea typeface="Arial"/>
                <a:cs typeface="Arial"/>
              </a:defRPr>
            </a:lvl5pPr>
            <a:lvl6pPr algn="l">
              <a:defRPr sz="1950" b="0">
                <a:solidFill>
                  <a:srgbClr val="5E6C80"/>
                </a:solidFill>
                <a:latin typeface="Arial"/>
                <a:ea typeface="Arial"/>
                <a:cs typeface="Arial"/>
              </a:defRPr>
            </a:lvl6pPr>
            <a:lvl7pPr algn="l">
              <a:defRPr sz="1950" b="0">
                <a:solidFill>
                  <a:srgbClr val="5E6C80"/>
                </a:solidFill>
                <a:latin typeface="Arial"/>
                <a:ea typeface="Arial"/>
                <a:cs typeface="Arial"/>
              </a:defRPr>
            </a:lvl7pPr>
            <a:lvl8pPr algn="l">
              <a:defRPr sz="1950" b="0">
                <a:solidFill>
                  <a:srgbClr val="5E6C80"/>
                </a:solidFill>
                <a:latin typeface="Arial"/>
                <a:ea typeface="Arial"/>
                <a:cs typeface="Arial"/>
              </a:defRPr>
            </a:lvl8pPr>
            <a:lvl9pPr algn="l">
              <a:defRPr sz="1950" b="0">
                <a:solidFill>
                  <a:srgbClr val="5E6C80"/>
                </a:solidFill>
                <a:latin typeface="Arial"/>
                <a:ea typeface="Arial"/>
                <a:cs typeface="Arial"/>
              </a:defRPr>
            </a:lvl9pPr>
          </a:lstStyle>
          <a:p xmlns:a="http://schemas.openxmlformats.org/drawingml/2006/main">
            <a:pPr algn="l">
              <a:defRPr sz="1950" b="0">
                <a:solidFill>
                  <a:srgbClr val="5E6C80"/>
                </a:solidFill>
                <a:latin typeface="Arial"/>
                <a:ea typeface="Arial"/>
                <a:cs typeface="Arial"/>
              </a:defRPr>
            </a:pPr>
            <a:r>
              <a:rPr sz="1950" b="0">
                <a:solidFill>
                  <a:srgbClr val="5E6C80"/>
                </a:solidFill>
                <a:latin typeface="Arial"/>
                <a:ea typeface="Arial"/>
                <a:cs typeface="Arial"/>
              </a:rPr>
              <a:t>A trained article classifier with</a:t>
            </a:r>
          </a:p>
          <a:p xmlns:a="http://schemas.openxmlformats.org/drawingml/2006/main">
            <a:pPr algn="l">
              <a:defRPr sz="1950" b="0">
                <a:solidFill>
                  <a:srgbClr val="5E6C80"/>
                </a:solidFill>
                <a:latin typeface="Arial"/>
                <a:ea typeface="Arial"/>
                <a:cs typeface="Arial"/>
              </a:defRPr>
            </a:pPr>
            <a:r>
              <a:rPr sz="1950" b="0">
                <a:solidFill>
                  <a:srgbClr val="5E6C80"/>
                </a:solidFill>
                <a:latin typeface="Arial"/>
                <a:ea typeface="Arial"/>
                <a:cs typeface="Arial"/>
              </a:rPr>
              <a:t>transparent explanations and linguistic insights</a:t>
            </a:r>
          </a:p>
        </p:txBody>
      </p:sp>
      <p:sp>
        <p:nvSpPr>
          <p:cNvPr id="7" name="text">
            <a:extLst xmlns:a="http://schemas.openxmlformats.org/drawingml/2006/main">
              <a:ext uri="{FF2B5EF4-FFF2-40B4-BE49-F238E27FC236}">
                <a16:creationId xmlns:a16="http://schemas.microsoft.com/office/drawing/2014/main" id="{2F21B3C4-CFFD-4E78-BF7D-79B41C97E2C4}"/>
              </a:ext>
            </a:extLst>
          </p:cNvPr>
          <p:cNvSpPr>
            <a:spLocks xmlns:a="http://schemas.openxmlformats.org/drawingml/2006/main" noGrp="1"/>
          </p:cNvSpPr>
          <p:nvPr/>
        </p:nvSpPr>
        <p:spPr>
          <a:xfrm xmlns:a="http://schemas.openxmlformats.org/drawingml/2006/main">
            <a:off x="609600" y="5629275"/>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7052D9"/>
                </a:solidFill>
                <a:latin typeface="Arial"/>
                <a:ea typeface="Arial"/>
                <a:cs typeface="Arial"/>
              </a:defRPr>
            </a:defPPr>
            <a:lvl1pPr algn="l">
              <a:defRPr sz="1650" b="1">
                <a:solidFill>
                  <a:srgbClr val="7052D9"/>
                </a:solidFill>
                <a:latin typeface="Arial"/>
                <a:ea typeface="Arial"/>
                <a:cs typeface="Arial"/>
              </a:defRPr>
            </a:lvl1pPr>
            <a:lvl2pPr algn="l">
              <a:defRPr sz="1650" b="1">
                <a:solidFill>
                  <a:srgbClr val="7052D9"/>
                </a:solidFill>
                <a:latin typeface="Arial"/>
                <a:ea typeface="Arial"/>
                <a:cs typeface="Arial"/>
              </a:defRPr>
            </a:lvl2pPr>
            <a:lvl3pPr algn="l">
              <a:defRPr sz="1650" b="1">
                <a:solidFill>
                  <a:srgbClr val="7052D9"/>
                </a:solidFill>
                <a:latin typeface="Arial"/>
                <a:ea typeface="Arial"/>
                <a:cs typeface="Arial"/>
              </a:defRPr>
            </a:lvl3pPr>
            <a:lvl4pPr algn="l">
              <a:defRPr sz="1650" b="1">
                <a:solidFill>
                  <a:srgbClr val="7052D9"/>
                </a:solidFill>
                <a:latin typeface="Arial"/>
                <a:ea typeface="Arial"/>
                <a:cs typeface="Arial"/>
              </a:defRPr>
            </a:lvl4pPr>
            <a:lvl5pPr algn="l">
              <a:defRPr sz="1650" b="1">
                <a:solidFill>
                  <a:srgbClr val="7052D9"/>
                </a:solidFill>
                <a:latin typeface="Arial"/>
                <a:ea typeface="Arial"/>
                <a:cs typeface="Arial"/>
              </a:defRPr>
            </a:lvl5pPr>
            <a:lvl6pPr algn="l">
              <a:defRPr sz="1650" b="1">
                <a:solidFill>
                  <a:srgbClr val="7052D9"/>
                </a:solidFill>
                <a:latin typeface="Arial"/>
                <a:ea typeface="Arial"/>
                <a:cs typeface="Arial"/>
              </a:defRPr>
            </a:lvl6pPr>
            <a:lvl7pPr algn="l">
              <a:defRPr sz="1650" b="1">
                <a:solidFill>
                  <a:srgbClr val="7052D9"/>
                </a:solidFill>
                <a:latin typeface="Arial"/>
                <a:ea typeface="Arial"/>
                <a:cs typeface="Arial"/>
              </a:defRPr>
            </a:lvl7pPr>
            <a:lvl8pPr algn="l">
              <a:defRPr sz="1650" b="1">
                <a:solidFill>
                  <a:srgbClr val="7052D9"/>
                </a:solidFill>
                <a:latin typeface="Arial"/>
                <a:ea typeface="Arial"/>
                <a:cs typeface="Arial"/>
              </a:defRPr>
            </a:lvl8pPr>
            <a:lvl9pPr algn="l">
              <a:defRPr sz="1650" b="1">
                <a:solidFill>
                  <a:srgbClr val="7052D9"/>
                </a:solidFill>
                <a:latin typeface="Arial"/>
                <a:ea typeface="Arial"/>
                <a:cs typeface="Arial"/>
              </a:defRPr>
            </a:lvl9pPr>
          </a:lstStyle>
          <a:p xmlns:a="http://schemas.openxmlformats.org/drawingml/2006/main">
            <a:pPr algn="l">
              <a:defRPr sz="1650" b="1">
                <a:solidFill>
                  <a:srgbClr val="7052D9"/>
                </a:solidFill>
                <a:latin typeface="Arial"/>
                <a:ea typeface="Arial"/>
                <a:cs typeface="Arial"/>
              </a:defRPr>
            </a:pPr>
            <a:r>
              <a:rPr sz="1650" b="1">
                <a:solidFill>
                  <a:srgbClr val="7052D9"/>
                </a:solidFill>
                <a:latin typeface="Arial"/>
                <a:ea typeface="Arial"/>
                <a:cs typeface="Arial"/>
              </a:rPr>
              <a:t>TF-IDF and a calibrated linear SVM</a:t>
            </a:r>
          </a:p>
        </p:txBody>
      </p:sp>
      <p:sp>
        <p:nvSpPr>
          <p:cNvPr id="8" name="text">
            <a:extLst xmlns:a="http://schemas.openxmlformats.org/drawingml/2006/main">
              <a:ext uri="{FF2B5EF4-FFF2-40B4-BE49-F238E27FC236}">
                <a16:creationId xmlns:a16="http://schemas.microsoft.com/office/drawing/2014/main" id="{E0B6FBD7-AD01-45F7-BFB5-320B30A3922F}"/>
              </a:ext>
            </a:extLst>
          </p:cNvPr>
          <p:cNvSpPr>
            <a:spLocks xmlns:a="http://schemas.openxmlformats.org/drawingml/2006/main" noGrp="1"/>
          </p:cNvSpPr>
          <p:nvPr/>
        </p:nvSpPr>
        <p:spPr>
          <a:xfrm xmlns:a="http://schemas.openxmlformats.org/drawingml/2006/main">
            <a:off x="609600" y="64579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E6C80"/>
                </a:solidFill>
                <a:latin typeface="Arial"/>
                <a:ea typeface="Arial"/>
                <a:cs typeface="Arial"/>
              </a:defRPr>
            </a:defPPr>
            <a:lvl1pPr algn="l">
              <a:defRPr sz="1200" b="0">
                <a:solidFill>
                  <a:srgbClr val="5E6C80"/>
                </a:solidFill>
                <a:latin typeface="Arial"/>
                <a:ea typeface="Arial"/>
                <a:cs typeface="Arial"/>
              </a:defRPr>
            </a:lvl1pPr>
            <a:lvl2pPr algn="l">
              <a:defRPr sz="1200" b="0">
                <a:solidFill>
                  <a:srgbClr val="5E6C80"/>
                </a:solidFill>
                <a:latin typeface="Arial"/>
                <a:ea typeface="Arial"/>
                <a:cs typeface="Arial"/>
              </a:defRPr>
            </a:lvl2pPr>
            <a:lvl3pPr algn="l">
              <a:defRPr sz="1200" b="0">
                <a:solidFill>
                  <a:srgbClr val="5E6C80"/>
                </a:solidFill>
                <a:latin typeface="Arial"/>
                <a:ea typeface="Arial"/>
                <a:cs typeface="Arial"/>
              </a:defRPr>
            </a:lvl3pPr>
            <a:lvl4pPr algn="l">
              <a:defRPr sz="1200" b="0">
                <a:solidFill>
                  <a:srgbClr val="5E6C80"/>
                </a:solidFill>
                <a:latin typeface="Arial"/>
                <a:ea typeface="Arial"/>
                <a:cs typeface="Arial"/>
              </a:defRPr>
            </a:lvl4pPr>
            <a:lvl5pPr algn="l">
              <a:defRPr sz="1200" b="0">
                <a:solidFill>
                  <a:srgbClr val="5E6C80"/>
                </a:solidFill>
                <a:latin typeface="Arial"/>
                <a:ea typeface="Arial"/>
                <a:cs typeface="Arial"/>
              </a:defRPr>
            </a:lvl5pPr>
            <a:lvl6pPr algn="l">
              <a:defRPr sz="1200" b="0">
                <a:solidFill>
                  <a:srgbClr val="5E6C80"/>
                </a:solidFill>
                <a:latin typeface="Arial"/>
                <a:ea typeface="Arial"/>
                <a:cs typeface="Arial"/>
              </a:defRPr>
            </a:lvl6pPr>
            <a:lvl7pPr algn="l">
              <a:defRPr sz="1200" b="0">
                <a:solidFill>
                  <a:srgbClr val="5E6C80"/>
                </a:solidFill>
                <a:latin typeface="Arial"/>
                <a:ea typeface="Arial"/>
                <a:cs typeface="Arial"/>
              </a:defRPr>
            </a:lvl7pPr>
            <a:lvl8pPr algn="l">
              <a:defRPr sz="1200" b="0">
                <a:solidFill>
                  <a:srgbClr val="5E6C80"/>
                </a:solidFill>
                <a:latin typeface="Arial"/>
                <a:ea typeface="Arial"/>
                <a:cs typeface="Arial"/>
              </a:defRPr>
            </a:lvl8pPr>
            <a:lvl9pPr algn="l">
              <a:defRPr sz="1200" b="0">
                <a:solidFill>
                  <a:srgbClr val="5E6C80"/>
                </a:solidFill>
                <a:latin typeface="Arial"/>
                <a:ea typeface="Arial"/>
                <a:cs typeface="Arial"/>
              </a:defRPr>
            </a:lvl9pPr>
          </a:lstStyle>
          <a:p xmlns:a="http://schemas.openxmlformats.org/drawingml/2006/main">
            <a:pPr algn="l">
              <a:defRPr sz="1200" b="0">
                <a:solidFill>
                  <a:srgbClr val="5E6C80"/>
                </a:solidFill>
                <a:latin typeface="Arial"/>
                <a:ea typeface="Arial"/>
                <a:cs typeface="Arial"/>
              </a:defRPr>
            </a:pPr>
            <a:r>
              <a:rPr sz="1200" b="0">
                <a:solidFill>
                  <a:srgbClr val="5E6C80"/>
                </a:solidFill>
                <a:latin typeface="Arial"/>
                <a:ea typeface="Arial"/>
                <a:cs typeface="Arial"/>
              </a:rPr>
              <a:t>University project presentation</a:t>
            </a:r>
          </a:p>
        </p:txBody>
      </p:sp>
      <p:sp>
        <p:nvSpPr>
          <p:cNvPr id="9" name="text">
            <a:extLst xmlns:a="http://schemas.openxmlformats.org/drawingml/2006/main">
              <a:ext uri="{FF2B5EF4-FFF2-40B4-BE49-F238E27FC236}">
                <a16:creationId xmlns:a16="http://schemas.microsoft.com/office/drawing/2014/main" id="{4702A8CF-9813-46E1-833C-8B3288D31B92}"/>
              </a:ext>
            </a:extLst>
          </p:cNvPr>
          <p:cNvSpPr>
            <a:spLocks xmlns:a="http://schemas.openxmlformats.org/drawingml/2006/main" noGrp="1"/>
          </p:cNvSpPr>
          <p:nvPr/>
        </p:nvSpPr>
        <p:spPr>
          <a:xfrm xmlns:a="http://schemas.openxmlformats.org/drawingml/2006/main">
            <a:off x="10477500" y="6457950"/>
            <a:ext cx="1104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E6C80"/>
                </a:solidFill>
                <a:latin typeface="Arial"/>
                <a:ea typeface="Arial"/>
                <a:cs typeface="Arial"/>
              </a:defRPr>
            </a:defPPr>
            <a:lvl1pPr algn="r">
              <a:defRPr sz="1200" b="0">
                <a:solidFill>
                  <a:srgbClr val="5E6C80"/>
                </a:solidFill>
                <a:latin typeface="Arial"/>
                <a:ea typeface="Arial"/>
                <a:cs typeface="Arial"/>
              </a:defRPr>
            </a:lvl1pPr>
            <a:lvl2pPr algn="r">
              <a:defRPr sz="1200" b="0">
                <a:solidFill>
                  <a:srgbClr val="5E6C80"/>
                </a:solidFill>
                <a:latin typeface="Arial"/>
                <a:ea typeface="Arial"/>
                <a:cs typeface="Arial"/>
              </a:defRPr>
            </a:lvl2pPr>
            <a:lvl3pPr algn="r">
              <a:defRPr sz="1200" b="0">
                <a:solidFill>
                  <a:srgbClr val="5E6C80"/>
                </a:solidFill>
                <a:latin typeface="Arial"/>
                <a:ea typeface="Arial"/>
                <a:cs typeface="Arial"/>
              </a:defRPr>
            </a:lvl3pPr>
            <a:lvl4pPr algn="r">
              <a:defRPr sz="1200" b="0">
                <a:solidFill>
                  <a:srgbClr val="5E6C80"/>
                </a:solidFill>
                <a:latin typeface="Arial"/>
                <a:ea typeface="Arial"/>
                <a:cs typeface="Arial"/>
              </a:defRPr>
            </a:lvl4pPr>
            <a:lvl5pPr algn="r">
              <a:defRPr sz="1200" b="0">
                <a:solidFill>
                  <a:srgbClr val="5E6C80"/>
                </a:solidFill>
                <a:latin typeface="Arial"/>
                <a:ea typeface="Arial"/>
                <a:cs typeface="Arial"/>
              </a:defRPr>
            </a:lvl5pPr>
            <a:lvl6pPr algn="r">
              <a:defRPr sz="1200" b="0">
                <a:solidFill>
                  <a:srgbClr val="5E6C80"/>
                </a:solidFill>
                <a:latin typeface="Arial"/>
                <a:ea typeface="Arial"/>
                <a:cs typeface="Arial"/>
              </a:defRPr>
            </a:lvl6pPr>
            <a:lvl7pPr algn="r">
              <a:defRPr sz="1200" b="0">
                <a:solidFill>
                  <a:srgbClr val="5E6C80"/>
                </a:solidFill>
                <a:latin typeface="Arial"/>
                <a:ea typeface="Arial"/>
                <a:cs typeface="Arial"/>
              </a:defRPr>
            </a:lvl7pPr>
            <a:lvl8pPr algn="r">
              <a:defRPr sz="1200" b="0">
                <a:solidFill>
                  <a:srgbClr val="5E6C80"/>
                </a:solidFill>
                <a:latin typeface="Arial"/>
                <a:ea typeface="Arial"/>
                <a:cs typeface="Arial"/>
              </a:defRPr>
            </a:lvl8pPr>
            <a:lvl9pPr algn="r">
              <a:defRPr sz="1200" b="0">
                <a:solidFill>
                  <a:srgbClr val="5E6C80"/>
                </a:solidFill>
                <a:latin typeface="Arial"/>
                <a:ea typeface="Arial"/>
                <a:cs typeface="Arial"/>
              </a:defRPr>
            </a:lvl9pPr>
          </a:lstStyle>
          <a:p xmlns:a="http://schemas.openxmlformats.org/drawingml/2006/main">
            <a:pPr algn="r">
              <a:defRPr sz="1200" b="0">
                <a:solidFill>
                  <a:srgbClr val="5E6C80"/>
                </a:solidFill>
                <a:latin typeface="Arial"/>
                <a:ea typeface="Arial"/>
                <a:cs typeface="Arial"/>
              </a:defRPr>
            </a:pPr>
            <a:r>
              <a:rPr sz="1200" b="0">
                <a:solidFill>
                  <a:srgbClr val="5E6C80"/>
                </a:solidFill>
                <a:latin typeface="Arial"/>
                <a:ea typeface="Arial"/>
                <a:cs typeface="Arial"/>
              </a:rPr>
              <a:t>01 / 08</a:t>
            </a:r>
          </a:p>
        </p:txBody>
      </p:sp>
    </p:spTree>
    <p:extLst>
      <p:ext uri="{BB962C8B-B14F-4D97-AF65-F5344CB8AC3E}">
        <p14:creationId xmlns:p14="http://schemas.microsoft.com/office/powerpoint/2010/main" val="16729134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119049A9-BC55-41FF-A1B8-CC713834C294}"/>
              </a:ext>
            </a:extLst>
          </p:cNvPr>
          <p:cNvSpPr>
            <a:spLocks xmlns:a="http://schemas.openxmlformats.org/drawingml/2006/main" noGrp="1"/>
          </p:cNvSpPr>
          <p:nvPr/>
        </p:nvSpPr>
        <p:spPr>
          <a:xfrm xmlns:a="http://schemas.openxmlformats.org/drawingml/2006/main">
            <a:off x="609600" y="5143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43B"/>
                </a:solidFill>
                <a:latin typeface="Arial"/>
                <a:ea typeface="Arial"/>
                <a:cs typeface="Arial"/>
              </a:defRPr>
            </a:defPPr>
            <a:lvl1pPr algn="l">
              <a:defRPr sz="3300" b="1">
                <a:solidFill>
                  <a:srgbClr val="17243B"/>
                </a:solidFill>
                <a:latin typeface="Arial"/>
                <a:ea typeface="Arial"/>
                <a:cs typeface="Arial"/>
              </a:defRPr>
            </a:lvl1pPr>
            <a:lvl2pPr algn="l">
              <a:defRPr sz="3300" b="1">
                <a:solidFill>
                  <a:srgbClr val="17243B"/>
                </a:solidFill>
                <a:latin typeface="Arial"/>
                <a:ea typeface="Arial"/>
                <a:cs typeface="Arial"/>
              </a:defRPr>
            </a:lvl2pPr>
            <a:lvl3pPr algn="l">
              <a:defRPr sz="3300" b="1">
                <a:solidFill>
                  <a:srgbClr val="17243B"/>
                </a:solidFill>
                <a:latin typeface="Arial"/>
                <a:ea typeface="Arial"/>
                <a:cs typeface="Arial"/>
              </a:defRPr>
            </a:lvl3pPr>
            <a:lvl4pPr algn="l">
              <a:defRPr sz="3300" b="1">
                <a:solidFill>
                  <a:srgbClr val="17243B"/>
                </a:solidFill>
                <a:latin typeface="Arial"/>
                <a:ea typeface="Arial"/>
                <a:cs typeface="Arial"/>
              </a:defRPr>
            </a:lvl4pPr>
            <a:lvl5pPr algn="l">
              <a:defRPr sz="3300" b="1">
                <a:solidFill>
                  <a:srgbClr val="17243B"/>
                </a:solidFill>
                <a:latin typeface="Arial"/>
                <a:ea typeface="Arial"/>
                <a:cs typeface="Arial"/>
              </a:defRPr>
            </a:lvl5pPr>
            <a:lvl6pPr algn="l">
              <a:defRPr sz="3300" b="1">
                <a:solidFill>
                  <a:srgbClr val="17243B"/>
                </a:solidFill>
                <a:latin typeface="Arial"/>
                <a:ea typeface="Arial"/>
                <a:cs typeface="Arial"/>
              </a:defRPr>
            </a:lvl6pPr>
            <a:lvl7pPr algn="l">
              <a:defRPr sz="3300" b="1">
                <a:solidFill>
                  <a:srgbClr val="17243B"/>
                </a:solidFill>
                <a:latin typeface="Arial"/>
                <a:ea typeface="Arial"/>
                <a:cs typeface="Arial"/>
              </a:defRPr>
            </a:lvl7pPr>
            <a:lvl8pPr algn="l">
              <a:defRPr sz="3300" b="1">
                <a:solidFill>
                  <a:srgbClr val="17243B"/>
                </a:solidFill>
                <a:latin typeface="Arial"/>
                <a:ea typeface="Arial"/>
                <a:cs typeface="Arial"/>
              </a:defRPr>
            </a:lvl8pPr>
            <a:lvl9pPr algn="l">
              <a:defRPr sz="3300" b="1">
                <a:solidFill>
                  <a:srgbClr val="17243B"/>
                </a:solidFill>
                <a:latin typeface="Arial"/>
                <a:ea typeface="Arial"/>
                <a:cs typeface="Arial"/>
              </a:defRPr>
            </a:lvl9pPr>
          </a:lstStyle>
          <a:p xmlns:a="http://schemas.openxmlformats.org/drawingml/2006/main">
            <a:pPr algn="l">
              <a:defRPr sz="3300" b="1">
                <a:solidFill>
                  <a:srgbClr val="17243B"/>
                </a:solidFill>
                <a:latin typeface="Arial"/>
                <a:ea typeface="Arial"/>
                <a:cs typeface="Arial"/>
              </a:defRPr>
            </a:pPr>
            <a:r>
              <a:rPr sz="3300" b="1">
                <a:solidFill>
                  <a:srgbClr val="17243B"/>
                </a:solidFill>
                <a:latin typeface="Arial"/>
                <a:ea typeface="Arial"/>
                <a:cs typeface="Arial"/>
              </a:rPr>
              <a:t>The problem and the implemented solution</a:t>
            </a:r>
          </a:p>
        </p:txBody>
      </p:sp>
      <p:sp>
        <p:nvSpPr>
          <p:cNvPr id="3" name="footer-brand">
            <a:extLst xmlns:a="http://schemas.openxmlformats.org/drawingml/2006/main">
              <a:ext uri="{FF2B5EF4-FFF2-40B4-BE49-F238E27FC236}">
                <a16:creationId xmlns:a16="http://schemas.microsoft.com/office/drawing/2014/main" id="{23E31A27-35B8-4ACE-A09C-F57088990FD2}"/>
              </a:ext>
            </a:extLst>
          </p:cNvPr>
          <p:cNvSpPr>
            <a:spLocks xmlns:a="http://schemas.openxmlformats.org/drawingml/2006/main" noGrp="1"/>
          </p:cNvSpPr>
          <p:nvPr/>
        </p:nvSpPr>
        <p:spPr>
          <a:xfrm xmlns:a="http://schemas.openxmlformats.org/drawingml/2006/main">
            <a:off x="60960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E6C80"/>
                </a:solidFill>
                <a:latin typeface="Arial"/>
                <a:ea typeface="Arial"/>
                <a:cs typeface="Arial"/>
              </a:defRPr>
            </a:defPPr>
            <a:lvl1pPr algn="l">
              <a:defRPr sz="1200" b="0">
                <a:solidFill>
                  <a:srgbClr val="5E6C80"/>
                </a:solidFill>
                <a:latin typeface="Arial"/>
                <a:ea typeface="Arial"/>
                <a:cs typeface="Arial"/>
              </a:defRPr>
            </a:lvl1pPr>
            <a:lvl2pPr algn="l">
              <a:defRPr sz="1200" b="0">
                <a:solidFill>
                  <a:srgbClr val="5E6C80"/>
                </a:solidFill>
                <a:latin typeface="Arial"/>
                <a:ea typeface="Arial"/>
                <a:cs typeface="Arial"/>
              </a:defRPr>
            </a:lvl2pPr>
            <a:lvl3pPr algn="l">
              <a:defRPr sz="1200" b="0">
                <a:solidFill>
                  <a:srgbClr val="5E6C80"/>
                </a:solidFill>
                <a:latin typeface="Arial"/>
                <a:ea typeface="Arial"/>
                <a:cs typeface="Arial"/>
              </a:defRPr>
            </a:lvl3pPr>
            <a:lvl4pPr algn="l">
              <a:defRPr sz="1200" b="0">
                <a:solidFill>
                  <a:srgbClr val="5E6C80"/>
                </a:solidFill>
                <a:latin typeface="Arial"/>
                <a:ea typeface="Arial"/>
                <a:cs typeface="Arial"/>
              </a:defRPr>
            </a:lvl4pPr>
            <a:lvl5pPr algn="l">
              <a:defRPr sz="1200" b="0">
                <a:solidFill>
                  <a:srgbClr val="5E6C80"/>
                </a:solidFill>
                <a:latin typeface="Arial"/>
                <a:ea typeface="Arial"/>
                <a:cs typeface="Arial"/>
              </a:defRPr>
            </a:lvl5pPr>
            <a:lvl6pPr algn="l">
              <a:defRPr sz="1200" b="0">
                <a:solidFill>
                  <a:srgbClr val="5E6C80"/>
                </a:solidFill>
                <a:latin typeface="Arial"/>
                <a:ea typeface="Arial"/>
                <a:cs typeface="Arial"/>
              </a:defRPr>
            </a:lvl6pPr>
            <a:lvl7pPr algn="l">
              <a:defRPr sz="1200" b="0">
                <a:solidFill>
                  <a:srgbClr val="5E6C80"/>
                </a:solidFill>
                <a:latin typeface="Arial"/>
                <a:ea typeface="Arial"/>
                <a:cs typeface="Arial"/>
              </a:defRPr>
            </a:lvl7pPr>
            <a:lvl8pPr algn="l">
              <a:defRPr sz="1200" b="0">
                <a:solidFill>
                  <a:srgbClr val="5E6C80"/>
                </a:solidFill>
                <a:latin typeface="Arial"/>
                <a:ea typeface="Arial"/>
                <a:cs typeface="Arial"/>
              </a:defRPr>
            </a:lvl8pPr>
            <a:lvl9pPr algn="l">
              <a:defRPr sz="1200" b="0">
                <a:solidFill>
                  <a:srgbClr val="5E6C80"/>
                </a:solidFill>
                <a:latin typeface="Arial"/>
                <a:ea typeface="Arial"/>
                <a:cs typeface="Arial"/>
              </a:defRPr>
            </a:lvl9pPr>
          </a:lstStyle>
          <a:p xmlns:a="http://schemas.openxmlformats.org/drawingml/2006/main">
            <a:pPr algn="l">
              <a:defRPr sz="1200" b="0">
                <a:solidFill>
                  <a:srgbClr val="5E6C80"/>
                </a:solidFill>
                <a:latin typeface="Arial"/>
                <a:ea typeface="Arial"/>
                <a:cs typeface="Arial"/>
              </a:defRPr>
            </a:pPr>
            <a:r>
              <a:rPr sz="1200" b="0">
                <a:solidFill>
                  <a:srgbClr val="5E6C80"/>
                </a:solidFill>
                <a:latin typeface="Arial"/>
                <a:ea typeface="Arial"/>
                <a:cs typeface="Arial"/>
              </a:rPr>
              <a:t>VeriFact AI</a:t>
            </a:r>
          </a:p>
        </p:txBody>
      </p:sp>
      <p:sp>
        <p:nvSpPr>
          <p:cNvPr id="4" name="page-number">
            <a:extLst xmlns:a="http://schemas.openxmlformats.org/drawingml/2006/main">
              <a:ext uri="{FF2B5EF4-FFF2-40B4-BE49-F238E27FC236}">
                <a16:creationId xmlns:a16="http://schemas.microsoft.com/office/drawing/2014/main" id="{A6D3D8F1-A93B-410E-B85A-93DEAF1955C6}"/>
              </a:ext>
            </a:extLst>
          </p:cNvPr>
          <p:cNvSpPr>
            <a:spLocks xmlns:a="http://schemas.openxmlformats.org/drawingml/2006/main" noGrp="1"/>
          </p:cNvSpPr>
          <p:nvPr/>
        </p:nvSpPr>
        <p:spPr>
          <a:xfrm xmlns:a="http://schemas.openxmlformats.org/drawingml/2006/main">
            <a:off x="10477500" y="6457950"/>
            <a:ext cx="1104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E6C80"/>
                </a:solidFill>
                <a:latin typeface="Arial"/>
                <a:ea typeface="Arial"/>
                <a:cs typeface="Arial"/>
              </a:defRPr>
            </a:defPPr>
            <a:lvl1pPr algn="r">
              <a:defRPr sz="1200" b="0">
                <a:solidFill>
                  <a:srgbClr val="5E6C80"/>
                </a:solidFill>
                <a:latin typeface="Arial"/>
                <a:ea typeface="Arial"/>
                <a:cs typeface="Arial"/>
              </a:defRPr>
            </a:lvl1pPr>
            <a:lvl2pPr algn="r">
              <a:defRPr sz="1200" b="0">
                <a:solidFill>
                  <a:srgbClr val="5E6C80"/>
                </a:solidFill>
                <a:latin typeface="Arial"/>
                <a:ea typeface="Arial"/>
                <a:cs typeface="Arial"/>
              </a:defRPr>
            </a:lvl2pPr>
            <a:lvl3pPr algn="r">
              <a:defRPr sz="1200" b="0">
                <a:solidFill>
                  <a:srgbClr val="5E6C80"/>
                </a:solidFill>
                <a:latin typeface="Arial"/>
                <a:ea typeface="Arial"/>
                <a:cs typeface="Arial"/>
              </a:defRPr>
            </a:lvl3pPr>
            <a:lvl4pPr algn="r">
              <a:defRPr sz="1200" b="0">
                <a:solidFill>
                  <a:srgbClr val="5E6C80"/>
                </a:solidFill>
                <a:latin typeface="Arial"/>
                <a:ea typeface="Arial"/>
                <a:cs typeface="Arial"/>
              </a:defRPr>
            </a:lvl4pPr>
            <a:lvl5pPr algn="r">
              <a:defRPr sz="1200" b="0">
                <a:solidFill>
                  <a:srgbClr val="5E6C80"/>
                </a:solidFill>
                <a:latin typeface="Arial"/>
                <a:ea typeface="Arial"/>
                <a:cs typeface="Arial"/>
              </a:defRPr>
            </a:lvl5pPr>
            <a:lvl6pPr algn="r">
              <a:defRPr sz="1200" b="0">
                <a:solidFill>
                  <a:srgbClr val="5E6C80"/>
                </a:solidFill>
                <a:latin typeface="Arial"/>
                <a:ea typeface="Arial"/>
                <a:cs typeface="Arial"/>
              </a:defRPr>
            </a:lvl6pPr>
            <a:lvl7pPr algn="r">
              <a:defRPr sz="1200" b="0">
                <a:solidFill>
                  <a:srgbClr val="5E6C80"/>
                </a:solidFill>
                <a:latin typeface="Arial"/>
                <a:ea typeface="Arial"/>
                <a:cs typeface="Arial"/>
              </a:defRPr>
            </a:lvl7pPr>
            <a:lvl8pPr algn="r">
              <a:defRPr sz="1200" b="0">
                <a:solidFill>
                  <a:srgbClr val="5E6C80"/>
                </a:solidFill>
                <a:latin typeface="Arial"/>
                <a:ea typeface="Arial"/>
                <a:cs typeface="Arial"/>
              </a:defRPr>
            </a:lvl8pPr>
            <a:lvl9pPr algn="r">
              <a:defRPr sz="1200" b="0">
                <a:solidFill>
                  <a:srgbClr val="5E6C80"/>
                </a:solidFill>
                <a:latin typeface="Arial"/>
                <a:ea typeface="Arial"/>
                <a:cs typeface="Arial"/>
              </a:defRPr>
            </a:lvl9pPr>
          </a:lstStyle>
          <a:p xmlns:a="http://schemas.openxmlformats.org/drawingml/2006/main">
            <a:pPr algn="r">
              <a:defRPr sz="1200" b="0">
                <a:solidFill>
                  <a:srgbClr val="5E6C80"/>
                </a:solidFill>
                <a:latin typeface="Arial"/>
                <a:ea typeface="Arial"/>
                <a:cs typeface="Arial"/>
              </a:defRPr>
            </a:pPr>
            <a:r>
              <a:rPr sz="1200" b="0">
                <a:solidFill>
                  <a:srgbClr val="5E6C80"/>
                </a:solidFill>
                <a:latin typeface="Arial"/>
                <a:ea typeface="Arial"/>
                <a:cs typeface="Arial"/>
              </a:rPr>
              <a:t>02 / 08</a:t>
            </a:r>
          </a:p>
        </p:txBody>
      </p:sp>
      <p:sp>
        <p:nvSpPr>
          <p:cNvPr id="5" name="text">
            <a:extLst xmlns:a="http://schemas.openxmlformats.org/drawingml/2006/main">
              <a:ext uri="{FF2B5EF4-FFF2-40B4-BE49-F238E27FC236}">
                <a16:creationId xmlns:a16="http://schemas.microsoft.com/office/drawing/2014/main" id="{334DB8F3-9202-42C3-B65C-1FDAB034D0AB}"/>
              </a:ext>
            </a:extLst>
          </p:cNvPr>
          <p:cNvSpPr>
            <a:spLocks xmlns:a="http://schemas.openxmlformats.org/drawingml/2006/main" noGrp="1"/>
          </p:cNvSpPr>
          <p:nvPr/>
        </p:nvSpPr>
        <p:spPr>
          <a:xfrm xmlns:a="http://schemas.openxmlformats.org/drawingml/2006/main">
            <a:off x="609600" y="12573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E6C80"/>
                </a:solidFill>
                <a:latin typeface="Arial"/>
                <a:ea typeface="Arial"/>
                <a:cs typeface="Arial"/>
              </a:defRPr>
            </a:defPPr>
            <a:lvl1pPr algn="l">
              <a:defRPr sz="2025" b="0">
                <a:solidFill>
                  <a:srgbClr val="5E6C80"/>
                </a:solidFill>
                <a:latin typeface="Arial"/>
                <a:ea typeface="Arial"/>
                <a:cs typeface="Arial"/>
              </a:defRPr>
            </a:lvl1pPr>
            <a:lvl2pPr algn="l">
              <a:defRPr sz="2025" b="0">
                <a:solidFill>
                  <a:srgbClr val="5E6C80"/>
                </a:solidFill>
                <a:latin typeface="Arial"/>
                <a:ea typeface="Arial"/>
                <a:cs typeface="Arial"/>
              </a:defRPr>
            </a:lvl2pPr>
            <a:lvl3pPr algn="l">
              <a:defRPr sz="2025" b="0">
                <a:solidFill>
                  <a:srgbClr val="5E6C80"/>
                </a:solidFill>
                <a:latin typeface="Arial"/>
                <a:ea typeface="Arial"/>
                <a:cs typeface="Arial"/>
              </a:defRPr>
            </a:lvl3pPr>
            <a:lvl4pPr algn="l">
              <a:defRPr sz="2025" b="0">
                <a:solidFill>
                  <a:srgbClr val="5E6C80"/>
                </a:solidFill>
                <a:latin typeface="Arial"/>
                <a:ea typeface="Arial"/>
                <a:cs typeface="Arial"/>
              </a:defRPr>
            </a:lvl4pPr>
            <a:lvl5pPr algn="l">
              <a:defRPr sz="2025" b="0">
                <a:solidFill>
                  <a:srgbClr val="5E6C80"/>
                </a:solidFill>
                <a:latin typeface="Arial"/>
                <a:ea typeface="Arial"/>
                <a:cs typeface="Arial"/>
              </a:defRPr>
            </a:lvl5pPr>
            <a:lvl6pPr algn="l">
              <a:defRPr sz="2025" b="0">
                <a:solidFill>
                  <a:srgbClr val="5E6C80"/>
                </a:solidFill>
                <a:latin typeface="Arial"/>
                <a:ea typeface="Arial"/>
                <a:cs typeface="Arial"/>
              </a:defRPr>
            </a:lvl6pPr>
            <a:lvl7pPr algn="l">
              <a:defRPr sz="2025" b="0">
                <a:solidFill>
                  <a:srgbClr val="5E6C80"/>
                </a:solidFill>
                <a:latin typeface="Arial"/>
                <a:ea typeface="Arial"/>
                <a:cs typeface="Arial"/>
              </a:defRPr>
            </a:lvl7pPr>
            <a:lvl8pPr algn="l">
              <a:defRPr sz="2025" b="0">
                <a:solidFill>
                  <a:srgbClr val="5E6C80"/>
                </a:solidFill>
                <a:latin typeface="Arial"/>
                <a:ea typeface="Arial"/>
                <a:cs typeface="Arial"/>
              </a:defRPr>
            </a:lvl8pPr>
            <a:lvl9pPr algn="l">
              <a:defRPr sz="2025" b="0">
                <a:solidFill>
                  <a:srgbClr val="5E6C80"/>
                </a:solidFill>
                <a:latin typeface="Arial"/>
                <a:ea typeface="Arial"/>
                <a:cs typeface="Arial"/>
              </a:defRPr>
            </a:lvl9pPr>
          </a:lstStyle>
          <a:p xmlns:a="http://schemas.openxmlformats.org/drawingml/2006/main">
            <a:pPr algn="l">
              <a:defRPr sz="2025" b="0">
                <a:solidFill>
                  <a:srgbClr val="5E6C80"/>
                </a:solidFill>
                <a:latin typeface="Arial"/>
                <a:ea typeface="Arial"/>
                <a:cs typeface="Arial"/>
              </a:defRPr>
            </a:pPr>
            <a:r>
              <a:rPr sz="2025" b="0">
                <a:solidFill>
                  <a:srgbClr val="5E6C80"/>
                </a:solidFill>
                <a:latin typeface="Arial"/>
                <a:ea typeface="Arial"/>
                <a:cs typeface="Arial"/>
              </a:rPr>
              <a:t>A reader receives a forwarded article. What should they check?</a:t>
            </a:r>
          </a:p>
        </p:txBody>
      </p:sp>
      <p:sp>
        <p:nvSpPr>
          <p:cNvPr id="6" name="text">
            <a:extLst xmlns:a="http://schemas.openxmlformats.org/drawingml/2006/main">
              <a:ext uri="{FF2B5EF4-FFF2-40B4-BE49-F238E27FC236}">
                <a16:creationId xmlns:a16="http://schemas.microsoft.com/office/drawing/2014/main" id="{2C013074-1865-48E6-9F8D-082CDA642A42}"/>
              </a:ext>
            </a:extLst>
          </p:cNvPr>
          <p:cNvSpPr>
            <a:spLocks xmlns:a="http://schemas.openxmlformats.org/drawingml/2006/main" noGrp="1"/>
          </p:cNvSpPr>
          <p:nvPr/>
        </p:nvSpPr>
        <p:spPr>
          <a:xfrm xmlns:a="http://schemas.openxmlformats.org/drawingml/2006/main">
            <a:off x="609600" y="2181225"/>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7052D9"/>
                </a:solidFill>
                <a:latin typeface="Arial"/>
                <a:ea typeface="Arial"/>
                <a:cs typeface="Arial"/>
              </a:defRPr>
            </a:defPPr>
            <a:lvl1pPr algn="l">
              <a:defRPr sz="1950" b="1">
                <a:solidFill>
                  <a:srgbClr val="7052D9"/>
                </a:solidFill>
                <a:latin typeface="Arial"/>
                <a:ea typeface="Arial"/>
                <a:cs typeface="Arial"/>
              </a:defRPr>
            </a:lvl1pPr>
            <a:lvl2pPr algn="l">
              <a:defRPr sz="1950" b="1">
                <a:solidFill>
                  <a:srgbClr val="7052D9"/>
                </a:solidFill>
                <a:latin typeface="Arial"/>
                <a:ea typeface="Arial"/>
                <a:cs typeface="Arial"/>
              </a:defRPr>
            </a:lvl2pPr>
            <a:lvl3pPr algn="l">
              <a:defRPr sz="1950" b="1">
                <a:solidFill>
                  <a:srgbClr val="7052D9"/>
                </a:solidFill>
                <a:latin typeface="Arial"/>
                <a:ea typeface="Arial"/>
                <a:cs typeface="Arial"/>
              </a:defRPr>
            </a:lvl3pPr>
            <a:lvl4pPr algn="l">
              <a:defRPr sz="1950" b="1">
                <a:solidFill>
                  <a:srgbClr val="7052D9"/>
                </a:solidFill>
                <a:latin typeface="Arial"/>
                <a:ea typeface="Arial"/>
                <a:cs typeface="Arial"/>
              </a:defRPr>
            </a:lvl4pPr>
            <a:lvl5pPr algn="l">
              <a:defRPr sz="1950" b="1">
                <a:solidFill>
                  <a:srgbClr val="7052D9"/>
                </a:solidFill>
                <a:latin typeface="Arial"/>
                <a:ea typeface="Arial"/>
                <a:cs typeface="Arial"/>
              </a:defRPr>
            </a:lvl5pPr>
            <a:lvl6pPr algn="l">
              <a:defRPr sz="1950" b="1">
                <a:solidFill>
                  <a:srgbClr val="7052D9"/>
                </a:solidFill>
                <a:latin typeface="Arial"/>
                <a:ea typeface="Arial"/>
                <a:cs typeface="Arial"/>
              </a:defRPr>
            </a:lvl6pPr>
            <a:lvl7pPr algn="l">
              <a:defRPr sz="1950" b="1">
                <a:solidFill>
                  <a:srgbClr val="7052D9"/>
                </a:solidFill>
                <a:latin typeface="Arial"/>
                <a:ea typeface="Arial"/>
                <a:cs typeface="Arial"/>
              </a:defRPr>
            </a:lvl7pPr>
            <a:lvl8pPr algn="l">
              <a:defRPr sz="1950" b="1">
                <a:solidFill>
                  <a:srgbClr val="7052D9"/>
                </a:solidFill>
                <a:latin typeface="Arial"/>
                <a:ea typeface="Arial"/>
                <a:cs typeface="Arial"/>
              </a:defRPr>
            </a:lvl8pPr>
            <a:lvl9pPr algn="l">
              <a:defRPr sz="1950" b="1">
                <a:solidFill>
                  <a:srgbClr val="7052D9"/>
                </a:solidFill>
                <a:latin typeface="Arial"/>
                <a:ea typeface="Arial"/>
                <a:cs typeface="Arial"/>
              </a:defRPr>
            </a:lvl9pPr>
          </a:lstStyle>
          <a:p xmlns:a="http://schemas.openxmlformats.org/drawingml/2006/main">
            <a:pPr algn="l">
              <a:defRPr sz="1950" b="1">
                <a:solidFill>
                  <a:srgbClr val="7052D9"/>
                </a:solidFill>
                <a:latin typeface="Arial"/>
                <a:ea typeface="Arial"/>
                <a:cs typeface="Arial"/>
              </a:defRPr>
            </a:pPr>
            <a:r>
              <a:rPr sz="1950" b="1">
                <a:solidFill>
                  <a:srgbClr val="7052D9"/>
                </a:solidFill>
                <a:latin typeface="Arial"/>
                <a:ea typeface="Arial"/>
                <a:cs typeface="Arial"/>
              </a:rPr>
              <a:t>Long articles</a:t>
            </a:r>
          </a:p>
        </p:txBody>
      </p:sp>
      <p:sp>
        <p:nvSpPr>
          <p:cNvPr id="7" name="text">
            <a:extLst xmlns:a="http://schemas.openxmlformats.org/drawingml/2006/main">
              <a:ext uri="{FF2B5EF4-FFF2-40B4-BE49-F238E27FC236}">
                <a16:creationId xmlns:a16="http://schemas.microsoft.com/office/drawing/2014/main" id="{03FBCB21-A395-4E23-A1FB-813445CB70C7}"/>
              </a:ext>
            </a:extLst>
          </p:cNvPr>
          <p:cNvSpPr>
            <a:spLocks xmlns:a="http://schemas.openxmlformats.org/drawingml/2006/main" noGrp="1"/>
          </p:cNvSpPr>
          <p:nvPr/>
        </p:nvSpPr>
        <p:spPr>
          <a:xfrm xmlns:a="http://schemas.openxmlformats.org/drawingml/2006/main">
            <a:off x="609600" y="2571750"/>
            <a:ext cx="581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6354C"/>
                </a:solidFill>
                <a:latin typeface="Arial"/>
                <a:ea typeface="Arial"/>
                <a:cs typeface="Arial"/>
              </a:defRPr>
            </a:defPPr>
            <a:lvl1pPr algn="l">
              <a:defRPr sz="1800" b="0">
                <a:solidFill>
                  <a:srgbClr val="26354C"/>
                </a:solidFill>
                <a:latin typeface="Arial"/>
                <a:ea typeface="Arial"/>
                <a:cs typeface="Arial"/>
              </a:defRPr>
            </a:lvl1pPr>
            <a:lvl2pPr algn="l">
              <a:defRPr sz="1800" b="0">
                <a:solidFill>
                  <a:srgbClr val="26354C"/>
                </a:solidFill>
                <a:latin typeface="Arial"/>
                <a:ea typeface="Arial"/>
                <a:cs typeface="Arial"/>
              </a:defRPr>
            </a:lvl2pPr>
            <a:lvl3pPr algn="l">
              <a:defRPr sz="1800" b="0">
                <a:solidFill>
                  <a:srgbClr val="26354C"/>
                </a:solidFill>
                <a:latin typeface="Arial"/>
                <a:ea typeface="Arial"/>
                <a:cs typeface="Arial"/>
              </a:defRPr>
            </a:lvl3pPr>
            <a:lvl4pPr algn="l">
              <a:defRPr sz="1800" b="0">
                <a:solidFill>
                  <a:srgbClr val="26354C"/>
                </a:solidFill>
                <a:latin typeface="Arial"/>
                <a:ea typeface="Arial"/>
                <a:cs typeface="Arial"/>
              </a:defRPr>
            </a:lvl4pPr>
            <a:lvl5pPr algn="l">
              <a:defRPr sz="1800" b="0">
                <a:solidFill>
                  <a:srgbClr val="26354C"/>
                </a:solidFill>
                <a:latin typeface="Arial"/>
                <a:ea typeface="Arial"/>
                <a:cs typeface="Arial"/>
              </a:defRPr>
            </a:lvl5pPr>
            <a:lvl6pPr algn="l">
              <a:defRPr sz="1800" b="0">
                <a:solidFill>
                  <a:srgbClr val="26354C"/>
                </a:solidFill>
                <a:latin typeface="Arial"/>
                <a:ea typeface="Arial"/>
                <a:cs typeface="Arial"/>
              </a:defRPr>
            </a:lvl6pPr>
            <a:lvl7pPr algn="l">
              <a:defRPr sz="1800" b="0">
                <a:solidFill>
                  <a:srgbClr val="26354C"/>
                </a:solidFill>
                <a:latin typeface="Arial"/>
                <a:ea typeface="Arial"/>
                <a:cs typeface="Arial"/>
              </a:defRPr>
            </a:lvl7pPr>
            <a:lvl8pPr algn="l">
              <a:defRPr sz="1800" b="0">
                <a:solidFill>
                  <a:srgbClr val="26354C"/>
                </a:solidFill>
                <a:latin typeface="Arial"/>
                <a:ea typeface="Arial"/>
                <a:cs typeface="Arial"/>
              </a:defRPr>
            </a:lvl8pPr>
            <a:lvl9pPr algn="l">
              <a:defRPr sz="1800" b="0">
                <a:solidFill>
                  <a:srgbClr val="26354C"/>
                </a:solidFill>
                <a:latin typeface="Arial"/>
                <a:ea typeface="Arial"/>
                <a:cs typeface="Arial"/>
              </a:defRPr>
            </a:lvl9pPr>
          </a:lstStyle>
          <a:p xmlns:a="http://schemas.openxmlformats.org/drawingml/2006/main">
            <a:pPr algn="l">
              <a:defRPr sz="1800" b="0">
                <a:solidFill>
                  <a:srgbClr val="26354C"/>
                </a:solidFill>
                <a:latin typeface="Arial"/>
                <a:ea typeface="Arial"/>
                <a:cs typeface="Arial"/>
              </a:defRPr>
            </a:pPr>
            <a:r>
              <a:rPr sz="1800" b="0">
                <a:solidFill>
                  <a:srgbClr val="26354C"/>
                </a:solidFill>
                <a:latin typeface="Arial"/>
                <a:ea typeface="Arial"/>
                <a:cs typeface="Arial"/>
              </a:rPr>
              <a:t>Select original sentences and surface names</a:t>
            </a:r>
          </a:p>
          <a:p xmlns:a="http://schemas.openxmlformats.org/drawingml/2006/main">
            <a:pPr algn="l">
              <a:defRPr sz="1800" b="0">
                <a:solidFill>
                  <a:srgbClr val="26354C"/>
                </a:solidFill>
                <a:latin typeface="Arial"/>
                <a:ea typeface="Arial"/>
                <a:cs typeface="Arial"/>
              </a:defRPr>
            </a:pPr>
            <a:r>
              <a:rPr sz="1800" b="0">
                <a:solidFill>
                  <a:srgbClr val="26354C"/>
                </a:solidFill>
                <a:latin typeface="Arial"/>
                <a:ea typeface="Arial"/>
                <a:cs typeface="Arial"/>
              </a:rPr>
              <a:t>and recurring subjects.</a:t>
            </a:r>
          </a:p>
        </p:txBody>
      </p:sp>
      <p:sp>
        <p:nvSpPr>
          <p:cNvPr id="8" name="text">
            <a:extLst xmlns:a="http://schemas.openxmlformats.org/drawingml/2006/main">
              <a:ext uri="{FF2B5EF4-FFF2-40B4-BE49-F238E27FC236}">
                <a16:creationId xmlns:a16="http://schemas.microsoft.com/office/drawing/2014/main" id="{8FC22E76-9DEC-4AAC-94D0-6674CFCD832D}"/>
              </a:ext>
            </a:extLst>
          </p:cNvPr>
          <p:cNvSpPr>
            <a:spLocks xmlns:a="http://schemas.openxmlformats.org/drawingml/2006/main" noGrp="1"/>
          </p:cNvSpPr>
          <p:nvPr/>
        </p:nvSpPr>
        <p:spPr>
          <a:xfrm xmlns:a="http://schemas.openxmlformats.org/drawingml/2006/main">
            <a:off x="609600" y="3514725"/>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7052D9"/>
                </a:solidFill>
                <a:latin typeface="Arial"/>
                <a:ea typeface="Arial"/>
                <a:cs typeface="Arial"/>
              </a:defRPr>
            </a:defPPr>
            <a:lvl1pPr algn="l">
              <a:defRPr sz="1950" b="1">
                <a:solidFill>
                  <a:srgbClr val="7052D9"/>
                </a:solidFill>
                <a:latin typeface="Arial"/>
                <a:ea typeface="Arial"/>
                <a:cs typeface="Arial"/>
              </a:defRPr>
            </a:lvl1pPr>
            <a:lvl2pPr algn="l">
              <a:defRPr sz="1950" b="1">
                <a:solidFill>
                  <a:srgbClr val="7052D9"/>
                </a:solidFill>
                <a:latin typeface="Arial"/>
                <a:ea typeface="Arial"/>
                <a:cs typeface="Arial"/>
              </a:defRPr>
            </a:lvl2pPr>
            <a:lvl3pPr algn="l">
              <a:defRPr sz="1950" b="1">
                <a:solidFill>
                  <a:srgbClr val="7052D9"/>
                </a:solidFill>
                <a:latin typeface="Arial"/>
                <a:ea typeface="Arial"/>
                <a:cs typeface="Arial"/>
              </a:defRPr>
            </a:lvl3pPr>
            <a:lvl4pPr algn="l">
              <a:defRPr sz="1950" b="1">
                <a:solidFill>
                  <a:srgbClr val="7052D9"/>
                </a:solidFill>
                <a:latin typeface="Arial"/>
                <a:ea typeface="Arial"/>
                <a:cs typeface="Arial"/>
              </a:defRPr>
            </a:lvl4pPr>
            <a:lvl5pPr algn="l">
              <a:defRPr sz="1950" b="1">
                <a:solidFill>
                  <a:srgbClr val="7052D9"/>
                </a:solidFill>
                <a:latin typeface="Arial"/>
                <a:ea typeface="Arial"/>
                <a:cs typeface="Arial"/>
              </a:defRPr>
            </a:lvl5pPr>
            <a:lvl6pPr algn="l">
              <a:defRPr sz="1950" b="1">
                <a:solidFill>
                  <a:srgbClr val="7052D9"/>
                </a:solidFill>
                <a:latin typeface="Arial"/>
                <a:ea typeface="Arial"/>
                <a:cs typeface="Arial"/>
              </a:defRPr>
            </a:lvl6pPr>
            <a:lvl7pPr algn="l">
              <a:defRPr sz="1950" b="1">
                <a:solidFill>
                  <a:srgbClr val="7052D9"/>
                </a:solidFill>
                <a:latin typeface="Arial"/>
                <a:ea typeface="Arial"/>
                <a:cs typeface="Arial"/>
              </a:defRPr>
            </a:lvl7pPr>
            <a:lvl8pPr algn="l">
              <a:defRPr sz="1950" b="1">
                <a:solidFill>
                  <a:srgbClr val="7052D9"/>
                </a:solidFill>
                <a:latin typeface="Arial"/>
                <a:ea typeface="Arial"/>
                <a:cs typeface="Arial"/>
              </a:defRPr>
            </a:lvl8pPr>
            <a:lvl9pPr algn="l">
              <a:defRPr sz="1950" b="1">
                <a:solidFill>
                  <a:srgbClr val="7052D9"/>
                </a:solidFill>
                <a:latin typeface="Arial"/>
                <a:ea typeface="Arial"/>
                <a:cs typeface="Arial"/>
              </a:defRPr>
            </a:lvl9pPr>
          </a:lstStyle>
          <a:p xmlns:a="http://schemas.openxmlformats.org/drawingml/2006/main">
            <a:pPr algn="l">
              <a:defRPr sz="1950" b="1">
                <a:solidFill>
                  <a:srgbClr val="7052D9"/>
                </a:solidFill>
                <a:latin typeface="Arial"/>
                <a:ea typeface="Arial"/>
                <a:cs typeface="Arial"/>
              </a:defRPr>
            </a:pPr>
            <a:r>
              <a:rPr sz="1950" b="1">
                <a:solidFill>
                  <a:srgbClr val="7052D9"/>
                </a:solidFill>
                <a:latin typeface="Arial"/>
                <a:ea typeface="Arial"/>
                <a:cs typeface="Arial"/>
              </a:rPr>
              <a:t>Opaque predictions</a:t>
            </a:r>
          </a:p>
        </p:txBody>
      </p:sp>
      <p:sp>
        <p:nvSpPr>
          <p:cNvPr id="9" name="text">
            <a:extLst xmlns:a="http://schemas.openxmlformats.org/drawingml/2006/main">
              <a:ext uri="{FF2B5EF4-FFF2-40B4-BE49-F238E27FC236}">
                <a16:creationId xmlns:a16="http://schemas.microsoft.com/office/drawing/2014/main" id="{9323C790-12F9-493C-8CB9-BB34E189A36A}"/>
              </a:ext>
            </a:extLst>
          </p:cNvPr>
          <p:cNvSpPr>
            <a:spLocks xmlns:a="http://schemas.openxmlformats.org/drawingml/2006/main" noGrp="1"/>
          </p:cNvSpPr>
          <p:nvPr/>
        </p:nvSpPr>
        <p:spPr>
          <a:xfrm xmlns:a="http://schemas.openxmlformats.org/drawingml/2006/main">
            <a:off x="609600" y="3905250"/>
            <a:ext cx="581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6354C"/>
                </a:solidFill>
                <a:latin typeface="Arial"/>
                <a:ea typeface="Arial"/>
                <a:cs typeface="Arial"/>
              </a:defRPr>
            </a:defPPr>
            <a:lvl1pPr algn="l">
              <a:defRPr sz="1800" b="0">
                <a:solidFill>
                  <a:srgbClr val="26354C"/>
                </a:solidFill>
                <a:latin typeface="Arial"/>
                <a:ea typeface="Arial"/>
                <a:cs typeface="Arial"/>
              </a:defRPr>
            </a:lvl1pPr>
            <a:lvl2pPr algn="l">
              <a:defRPr sz="1800" b="0">
                <a:solidFill>
                  <a:srgbClr val="26354C"/>
                </a:solidFill>
                <a:latin typeface="Arial"/>
                <a:ea typeface="Arial"/>
                <a:cs typeface="Arial"/>
              </a:defRPr>
            </a:lvl2pPr>
            <a:lvl3pPr algn="l">
              <a:defRPr sz="1800" b="0">
                <a:solidFill>
                  <a:srgbClr val="26354C"/>
                </a:solidFill>
                <a:latin typeface="Arial"/>
                <a:ea typeface="Arial"/>
                <a:cs typeface="Arial"/>
              </a:defRPr>
            </a:lvl3pPr>
            <a:lvl4pPr algn="l">
              <a:defRPr sz="1800" b="0">
                <a:solidFill>
                  <a:srgbClr val="26354C"/>
                </a:solidFill>
                <a:latin typeface="Arial"/>
                <a:ea typeface="Arial"/>
                <a:cs typeface="Arial"/>
              </a:defRPr>
            </a:lvl4pPr>
            <a:lvl5pPr algn="l">
              <a:defRPr sz="1800" b="0">
                <a:solidFill>
                  <a:srgbClr val="26354C"/>
                </a:solidFill>
                <a:latin typeface="Arial"/>
                <a:ea typeface="Arial"/>
                <a:cs typeface="Arial"/>
              </a:defRPr>
            </a:lvl5pPr>
            <a:lvl6pPr algn="l">
              <a:defRPr sz="1800" b="0">
                <a:solidFill>
                  <a:srgbClr val="26354C"/>
                </a:solidFill>
                <a:latin typeface="Arial"/>
                <a:ea typeface="Arial"/>
                <a:cs typeface="Arial"/>
              </a:defRPr>
            </a:lvl6pPr>
            <a:lvl7pPr algn="l">
              <a:defRPr sz="1800" b="0">
                <a:solidFill>
                  <a:srgbClr val="26354C"/>
                </a:solidFill>
                <a:latin typeface="Arial"/>
                <a:ea typeface="Arial"/>
                <a:cs typeface="Arial"/>
              </a:defRPr>
            </a:lvl7pPr>
            <a:lvl8pPr algn="l">
              <a:defRPr sz="1800" b="0">
                <a:solidFill>
                  <a:srgbClr val="26354C"/>
                </a:solidFill>
                <a:latin typeface="Arial"/>
                <a:ea typeface="Arial"/>
                <a:cs typeface="Arial"/>
              </a:defRPr>
            </a:lvl8pPr>
            <a:lvl9pPr algn="l">
              <a:defRPr sz="1800" b="0">
                <a:solidFill>
                  <a:srgbClr val="26354C"/>
                </a:solidFill>
                <a:latin typeface="Arial"/>
                <a:ea typeface="Arial"/>
                <a:cs typeface="Arial"/>
              </a:defRPr>
            </a:lvl9pPr>
          </a:lstStyle>
          <a:p xmlns:a="http://schemas.openxmlformats.org/drawingml/2006/main">
            <a:pPr algn="l">
              <a:defRPr sz="1800" b="0">
                <a:solidFill>
                  <a:srgbClr val="26354C"/>
                </a:solidFill>
                <a:latin typeface="Arial"/>
                <a:ea typeface="Arial"/>
                <a:cs typeface="Arial"/>
              </a:defRPr>
            </a:pPr>
            <a:r>
              <a:rPr sz="1800" b="0">
                <a:solidFill>
                  <a:srgbClr val="26354C"/>
                </a:solidFill>
                <a:latin typeface="Arial"/>
                <a:ea typeface="Arial"/>
                <a:cs typeface="Arial"/>
              </a:rPr>
              <a:t>Show signed word and phrase contributions</a:t>
            </a:r>
          </a:p>
          <a:p xmlns:a="http://schemas.openxmlformats.org/drawingml/2006/main">
            <a:pPr algn="l">
              <a:defRPr sz="1800" b="0">
                <a:solidFill>
                  <a:srgbClr val="26354C"/>
                </a:solidFill>
                <a:latin typeface="Arial"/>
                <a:ea typeface="Arial"/>
                <a:cs typeface="Arial"/>
              </a:defRPr>
            </a:pPr>
            <a:r>
              <a:rPr sz="1800" b="0">
                <a:solidFill>
                  <a:srgbClr val="26354C"/>
                </a:solidFill>
                <a:latin typeface="Arial"/>
                <a:ea typeface="Arial"/>
                <a:cs typeface="Arial"/>
              </a:rPr>
              <a:t>with their article context.</a:t>
            </a:r>
          </a:p>
        </p:txBody>
      </p:sp>
      <p:sp>
        <p:nvSpPr>
          <p:cNvPr id="10" name="text">
            <a:extLst xmlns:a="http://schemas.openxmlformats.org/drawingml/2006/main">
              <a:ext uri="{FF2B5EF4-FFF2-40B4-BE49-F238E27FC236}">
                <a16:creationId xmlns:a16="http://schemas.microsoft.com/office/drawing/2014/main" id="{70D377C2-11F7-4B47-950D-155E5436A001}"/>
              </a:ext>
            </a:extLst>
          </p:cNvPr>
          <p:cNvSpPr>
            <a:spLocks xmlns:a="http://schemas.openxmlformats.org/drawingml/2006/main" noGrp="1"/>
          </p:cNvSpPr>
          <p:nvPr/>
        </p:nvSpPr>
        <p:spPr>
          <a:xfrm xmlns:a="http://schemas.openxmlformats.org/drawingml/2006/main">
            <a:off x="609600" y="4848225"/>
            <a:ext cx="5953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7052D9"/>
                </a:solidFill>
                <a:latin typeface="Arial"/>
                <a:ea typeface="Arial"/>
                <a:cs typeface="Arial"/>
              </a:defRPr>
            </a:defPPr>
            <a:lvl1pPr algn="l">
              <a:defRPr sz="1950" b="1">
                <a:solidFill>
                  <a:srgbClr val="7052D9"/>
                </a:solidFill>
                <a:latin typeface="Arial"/>
                <a:ea typeface="Arial"/>
                <a:cs typeface="Arial"/>
              </a:defRPr>
            </a:lvl1pPr>
            <a:lvl2pPr algn="l">
              <a:defRPr sz="1950" b="1">
                <a:solidFill>
                  <a:srgbClr val="7052D9"/>
                </a:solidFill>
                <a:latin typeface="Arial"/>
                <a:ea typeface="Arial"/>
                <a:cs typeface="Arial"/>
              </a:defRPr>
            </a:lvl2pPr>
            <a:lvl3pPr algn="l">
              <a:defRPr sz="1950" b="1">
                <a:solidFill>
                  <a:srgbClr val="7052D9"/>
                </a:solidFill>
                <a:latin typeface="Arial"/>
                <a:ea typeface="Arial"/>
                <a:cs typeface="Arial"/>
              </a:defRPr>
            </a:lvl3pPr>
            <a:lvl4pPr algn="l">
              <a:defRPr sz="1950" b="1">
                <a:solidFill>
                  <a:srgbClr val="7052D9"/>
                </a:solidFill>
                <a:latin typeface="Arial"/>
                <a:ea typeface="Arial"/>
                <a:cs typeface="Arial"/>
              </a:defRPr>
            </a:lvl4pPr>
            <a:lvl5pPr algn="l">
              <a:defRPr sz="1950" b="1">
                <a:solidFill>
                  <a:srgbClr val="7052D9"/>
                </a:solidFill>
                <a:latin typeface="Arial"/>
                <a:ea typeface="Arial"/>
                <a:cs typeface="Arial"/>
              </a:defRPr>
            </a:lvl5pPr>
            <a:lvl6pPr algn="l">
              <a:defRPr sz="1950" b="1">
                <a:solidFill>
                  <a:srgbClr val="7052D9"/>
                </a:solidFill>
                <a:latin typeface="Arial"/>
                <a:ea typeface="Arial"/>
                <a:cs typeface="Arial"/>
              </a:defRPr>
            </a:lvl6pPr>
            <a:lvl7pPr algn="l">
              <a:defRPr sz="1950" b="1">
                <a:solidFill>
                  <a:srgbClr val="7052D9"/>
                </a:solidFill>
                <a:latin typeface="Arial"/>
                <a:ea typeface="Arial"/>
                <a:cs typeface="Arial"/>
              </a:defRPr>
            </a:lvl7pPr>
            <a:lvl8pPr algn="l">
              <a:defRPr sz="1950" b="1">
                <a:solidFill>
                  <a:srgbClr val="7052D9"/>
                </a:solidFill>
                <a:latin typeface="Arial"/>
                <a:ea typeface="Arial"/>
                <a:cs typeface="Arial"/>
              </a:defRPr>
            </a:lvl8pPr>
            <a:lvl9pPr algn="l">
              <a:defRPr sz="1950" b="1">
                <a:solidFill>
                  <a:srgbClr val="7052D9"/>
                </a:solidFill>
                <a:latin typeface="Arial"/>
                <a:ea typeface="Arial"/>
                <a:cs typeface="Arial"/>
              </a:defRPr>
            </a:lvl9pPr>
          </a:lstStyle>
          <a:p xmlns:a="http://schemas.openxmlformats.org/drawingml/2006/main">
            <a:pPr algn="l">
              <a:defRPr sz="1950" b="1">
                <a:solidFill>
                  <a:srgbClr val="7052D9"/>
                </a:solidFill>
                <a:latin typeface="Arial"/>
                <a:ea typeface="Arial"/>
                <a:cs typeface="Arial"/>
              </a:defRPr>
            </a:pPr>
            <a:r>
              <a:rPr sz="1950" b="1">
                <a:solidFill>
                  <a:srgbClr val="7052D9"/>
                </a:solidFill>
                <a:latin typeface="Arial"/>
                <a:ea typeface="Arial"/>
                <a:cs typeface="Arial"/>
              </a:rPr>
              <a:t>Unclear evidence status</a:t>
            </a:r>
          </a:p>
        </p:txBody>
      </p:sp>
      <p:sp>
        <p:nvSpPr>
          <p:cNvPr id="11" name="text">
            <a:extLst xmlns:a="http://schemas.openxmlformats.org/drawingml/2006/main">
              <a:ext uri="{FF2B5EF4-FFF2-40B4-BE49-F238E27FC236}">
                <a16:creationId xmlns:a16="http://schemas.microsoft.com/office/drawing/2014/main" id="{F161D7D3-50F1-4CC8-9C00-4147072748E8}"/>
              </a:ext>
            </a:extLst>
          </p:cNvPr>
          <p:cNvSpPr>
            <a:spLocks xmlns:a="http://schemas.openxmlformats.org/drawingml/2006/main" noGrp="1"/>
          </p:cNvSpPr>
          <p:nvPr/>
        </p:nvSpPr>
        <p:spPr>
          <a:xfrm xmlns:a="http://schemas.openxmlformats.org/drawingml/2006/main">
            <a:off x="609600" y="5238750"/>
            <a:ext cx="5953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6354C"/>
                </a:solidFill>
                <a:latin typeface="Arial"/>
                <a:ea typeface="Arial"/>
                <a:cs typeface="Arial"/>
              </a:defRPr>
            </a:defPPr>
            <a:lvl1pPr algn="l">
              <a:defRPr sz="1800" b="0">
                <a:solidFill>
                  <a:srgbClr val="26354C"/>
                </a:solidFill>
                <a:latin typeface="Arial"/>
                <a:ea typeface="Arial"/>
                <a:cs typeface="Arial"/>
              </a:defRPr>
            </a:lvl1pPr>
            <a:lvl2pPr algn="l">
              <a:defRPr sz="1800" b="0">
                <a:solidFill>
                  <a:srgbClr val="26354C"/>
                </a:solidFill>
                <a:latin typeface="Arial"/>
                <a:ea typeface="Arial"/>
                <a:cs typeface="Arial"/>
              </a:defRPr>
            </a:lvl2pPr>
            <a:lvl3pPr algn="l">
              <a:defRPr sz="1800" b="0">
                <a:solidFill>
                  <a:srgbClr val="26354C"/>
                </a:solidFill>
                <a:latin typeface="Arial"/>
                <a:ea typeface="Arial"/>
                <a:cs typeface="Arial"/>
              </a:defRPr>
            </a:lvl3pPr>
            <a:lvl4pPr algn="l">
              <a:defRPr sz="1800" b="0">
                <a:solidFill>
                  <a:srgbClr val="26354C"/>
                </a:solidFill>
                <a:latin typeface="Arial"/>
                <a:ea typeface="Arial"/>
                <a:cs typeface="Arial"/>
              </a:defRPr>
            </a:lvl4pPr>
            <a:lvl5pPr algn="l">
              <a:defRPr sz="1800" b="0">
                <a:solidFill>
                  <a:srgbClr val="26354C"/>
                </a:solidFill>
                <a:latin typeface="Arial"/>
                <a:ea typeface="Arial"/>
                <a:cs typeface="Arial"/>
              </a:defRPr>
            </a:lvl5pPr>
            <a:lvl6pPr algn="l">
              <a:defRPr sz="1800" b="0">
                <a:solidFill>
                  <a:srgbClr val="26354C"/>
                </a:solidFill>
                <a:latin typeface="Arial"/>
                <a:ea typeface="Arial"/>
                <a:cs typeface="Arial"/>
              </a:defRPr>
            </a:lvl6pPr>
            <a:lvl7pPr algn="l">
              <a:defRPr sz="1800" b="0">
                <a:solidFill>
                  <a:srgbClr val="26354C"/>
                </a:solidFill>
                <a:latin typeface="Arial"/>
                <a:ea typeface="Arial"/>
                <a:cs typeface="Arial"/>
              </a:defRPr>
            </a:lvl7pPr>
            <a:lvl8pPr algn="l">
              <a:defRPr sz="1800" b="0">
                <a:solidFill>
                  <a:srgbClr val="26354C"/>
                </a:solidFill>
                <a:latin typeface="Arial"/>
                <a:ea typeface="Arial"/>
                <a:cs typeface="Arial"/>
              </a:defRPr>
            </a:lvl8pPr>
            <a:lvl9pPr algn="l">
              <a:defRPr sz="1800" b="0">
                <a:solidFill>
                  <a:srgbClr val="26354C"/>
                </a:solidFill>
                <a:latin typeface="Arial"/>
                <a:ea typeface="Arial"/>
                <a:cs typeface="Arial"/>
              </a:defRPr>
            </a:lvl9pPr>
          </a:lstStyle>
          <a:p xmlns:a="http://schemas.openxmlformats.org/drawingml/2006/main">
            <a:pPr algn="l">
              <a:defRPr sz="1800" b="0">
                <a:solidFill>
                  <a:srgbClr val="26354C"/>
                </a:solidFill>
                <a:latin typeface="Arial"/>
                <a:ea typeface="Arial"/>
                <a:cs typeface="Arial"/>
              </a:defRPr>
            </a:pPr>
            <a:r>
              <a:rPr sz="1800" b="0">
                <a:solidFill>
                  <a:srgbClr val="26354C"/>
                </a:solidFill>
                <a:latin typeface="Arial"/>
                <a:ea typeface="Arial"/>
                <a:cs typeface="Arial"/>
              </a:rPr>
              <a:t>Keep candidate claims and factual-verification</a:t>
            </a:r>
          </a:p>
          <a:p xmlns:a="http://schemas.openxmlformats.org/drawingml/2006/main">
            <a:pPr algn="l">
              <a:defRPr sz="1800" b="0">
                <a:solidFill>
                  <a:srgbClr val="26354C"/>
                </a:solidFill>
                <a:latin typeface="Arial"/>
                <a:ea typeface="Arial"/>
                <a:cs typeface="Arial"/>
              </a:defRPr>
            </a:pPr>
            <a:r>
              <a:rPr sz="1800" b="0">
                <a:solidFill>
                  <a:srgbClr val="26354C"/>
                </a:solidFill>
                <a:latin typeface="Arial"/>
                <a:ea typeface="Arial"/>
                <a:cs typeface="Arial"/>
              </a:rPr>
              <a:t>status visible in the report.</a:t>
            </a:r>
          </a:p>
        </p:txBody>
      </p:sp>
      <p:pic>
        <p:nvPicPr>
          <p:cNvPr id="12" name="">
            <a:extLst xmlns:a="http://schemas.openxmlformats.org/drawingml/2006/main">
              <a:ext uri="{FF2B5EF4-FFF2-40B4-BE49-F238E27FC236}">
                <a16:creationId xmlns:a16="http://schemas.microsoft.com/office/drawing/2014/main" id="{A7C28B4E-C37B-42F7-B631-6D9CB5DAFB5B}"/>
              </a:ext>
            </a:extLst>
          </p:cNvPr>
          <p:cNvPicPr>
            <a:picLocks xmlns:a="http://schemas.openxmlformats.org/drawingml/2006/main" noChangeAspect="1"/>
          </p:cNvPicPr>
          <p:nvPr/>
        </p:nvPicPr>
        <p:blipFill>
          <a:blip xmlns:r="http://schemas.openxmlformats.org/officeDocument/2006/relationships" xmlns:a="http://schemas.openxmlformats.org/drawingml/2006/main" r:embed="Rc053bfd302e34a6a"/>
          <a:srcRect xmlns:a="http://schemas.openxmlformats.org/drawingml/2006/main" l="58400" t="33700" r="3900" b="52900"/>
          <a:stretch xmlns:a="http://schemas.openxmlformats.org/drawingml/2006/main"/>
        </p:blipFill>
        <p:spPr>
          <a:xfrm xmlns:a="http://schemas.openxmlformats.org/drawingml/2006/main">
            <a:off x="7105650" y="2133600"/>
            <a:ext cx="4438650" cy="1590675"/>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C0BBFBC2-4BE5-49AC-AE0E-EB29C96B2129}"/>
              </a:ext>
            </a:extLst>
          </p:cNvPr>
          <p:cNvSpPr>
            <a:spLocks xmlns:a="http://schemas.openxmlformats.org/drawingml/2006/main" noGrp="1"/>
          </p:cNvSpPr>
          <p:nvPr/>
        </p:nvSpPr>
        <p:spPr>
          <a:xfrm xmlns:a="http://schemas.openxmlformats.org/drawingml/2006/main">
            <a:off x="7105650" y="4000500"/>
            <a:ext cx="443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7C73"/>
                </a:solidFill>
                <a:latin typeface="Arial"/>
                <a:ea typeface="Arial"/>
                <a:cs typeface="Arial"/>
              </a:defRPr>
            </a:defPPr>
            <a:lvl1pPr algn="l">
              <a:defRPr sz="1800" b="1">
                <a:solidFill>
                  <a:srgbClr val="177C73"/>
                </a:solidFill>
                <a:latin typeface="Arial"/>
                <a:ea typeface="Arial"/>
                <a:cs typeface="Arial"/>
              </a:defRPr>
            </a:lvl1pPr>
            <a:lvl2pPr algn="l">
              <a:defRPr sz="1800" b="1">
                <a:solidFill>
                  <a:srgbClr val="177C73"/>
                </a:solidFill>
                <a:latin typeface="Arial"/>
                <a:ea typeface="Arial"/>
                <a:cs typeface="Arial"/>
              </a:defRPr>
            </a:lvl2pPr>
            <a:lvl3pPr algn="l">
              <a:defRPr sz="1800" b="1">
                <a:solidFill>
                  <a:srgbClr val="177C73"/>
                </a:solidFill>
                <a:latin typeface="Arial"/>
                <a:ea typeface="Arial"/>
                <a:cs typeface="Arial"/>
              </a:defRPr>
            </a:lvl3pPr>
            <a:lvl4pPr algn="l">
              <a:defRPr sz="1800" b="1">
                <a:solidFill>
                  <a:srgbClr val="177C73"/>
                </a:solidFill>
                <a:latin typeface="Arial"/>
                <a:ea typeface="Arial"/>
                <a:cs typeface="Arial"/>
              </a:defRPr>
            </a:lvl4pPr>
            <a:lvl5pPr algn="l">
              <a:defRPr sz="1800" b="1">
                <a:solidFill>
                  <a:srgbClr val="177C73"/>
                </a:solidFill>
                <a:latin typeface="Arial"/>
                <a:ea typeface="Arial"/>
                <a:cs typeface="Arial"/>
              </a:defRPr>
            </a:lvl5pPr>
            <a:lvl6pPr algn="l">
              <a:defRPr sz="1800" b="1">
                <a:solidFill>
                  <a:srgbClr val="177C73"/>
                </a:solidFill>
                <a:latin typeface="Arial"/>
                <a:ea typeface="Arial"/>
                <a:cs typeface="Arial"/>
              </a:defRPr>
            </a:lvl6pPr>
            <a:lvl7pPr algn="l">
              <a:defRPr sz="1800" b="1">
                <a:solidFill>
                  <a:srgbClr val="177C73"/>
                </a:solidFill>
                <a:latin typeface="Arial"/>
                <a:ea typeface="Arial"/>
                <a:cs typeface="Arial"/>
              </a:defRPr>
            </a:lvl7pPr>
            <a:lvl8pPr algn="l">
              <a:defRPr sz="1800" b="1">
                <a:solidFill>
                  <a:srgbClr val="177C73"/>
                </a:solidFill>
                <a:latin typeface="Arial"/>
                <a:ea typeface="Arial"/>
                <a:cs typeface="Arial"/>
              </a:defRPr>
            </a:lvl8pPr>
            <a:lvl9pPr algn="l">
              <a:defRPr sz="1800" b="1">
                <a:solidFill>
                  <a:srgbClr val="177C73"/>
                </a:solidFill>
                <a:latin typeface="Arial"/>
                <a:ea typeface="Arial"/>
                <a:cs typeface="Arial"/>
              </a:defRPr>
            </a:lvl9pPr>
          </a:lstStyle>
          <a:p xmlns:a="http://schemas.openxmlformats.org/drawingml/2006/main">
            <a:pPr algn="l">
              <a:defRPr sz="1800" b="1">
                <a:solidFill>
                  <a:srgbClr val="177C73"/>
                </a:solidFill>
                <a:latin typeface="Arial"/>
                <a:ea typeface="Arial"/>
                <a:cs typeface="Arial"/>
              </a:defRPr>
            </a:pPr>
            <a:r>
              <a:rPr sz="1800" b="1">
                <a:solidFill>
                  <a:srgbClr val="177C73"/>
                </a:solidFill>
                <a:latin typeface="Arial"/>
                <a:ea typeface="Arial"/>
                <a:cs typeface="Arial"/>
              </a:rPr>
              <a:t>Actual product disclosure</a:t>
            </a:r>
          </a:p>
        </p:txBody>
      </p:sp>
      <p:sp>
        <p:nvSpPr>
          <p:cNvPr id="14" name="text">
            <a:extLst xmlns:a="http://schemas.openxmlformats.org/drawingml/2006/main">
              <a:ext uri="{FF2B5EF4-FFF2-40B4-BE49-F238E27FC236}">
                <a16:creationId xmlns:a16="http://schemas.microsoft.com/office/drawing/2014/main" id="{0300F0C5-AE1D-4B44-BA96-46CC6F43F6C8}"/>
              </a:ext>
            </a:extLst>
          </p:cNvPr>
          <p:cNvSpPr>
            <a:spLocks xmlns:a="http://schemas.openxmlformats.org/drawingml/2006/main" noGrp="1"/>
          </p:cNvSpPr>
          <p:nvPr/>
        </p:nvSpPr>
        <p:spPr>
          <a:xfrm xmlns:a="http://schemas.openxmlformats.org/drawingml/2006/main">
            <a:off x="7105650" y="4429125"/>
            <a:ext cx="4438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54C"/>
                </a:solidFill>
                <a:latin typeface="Arial"/>
                <a:ea typeface="Arial"/>
                <a:cs typeface="Arial"/>
              </a:defRPr>
            </a:defPPr>
            <a:lvl1pPr algn="l">
              <a:defRPr sz="1875" b="0">
                <a:solidFill>
                  <a:srgbClr val="26354C"/>
                </a:solidFill>
                <a:latin typeface="Arial"/>
                <a:ea typeface="Arial"/>
                <a:cs typeface="Arial"/>
              </a:defRPr>
            </a:lvl1pPr>
            <a:lvl2pPr algn="l">
              <a:defRPr sz="1875" b="0">
                <a:solidFill>
                  <a:srgbClr val="26354C"/>
                </a:solidFill>
                <a:latin typeface="Arial"/>
                <a:ea typeface="Arial"/>
                <a:cs typeface="Arial"/>
              </a:defRPr>
            </a:lvl2pPr>
            <a:lvl3pPr algn="l">
              <a:defRPr sz="1875" b="0">
                <a:solidFill>
                  <a:srgbClr val="26354C"/>
                </a:solidFill>
                <a:latin typeface="Arial"/>
                <a:ea typeface="Arial"/>
                <a:cs typeface="Arial"/>
              </a:defRPr>
            </a:lvl3pPr>
            <a:lvl4pPr algn="l">
              <a:defRPr sz="1875" b="0">
                <a:solidFill>
                  <a:srgbClr val="26354C"/>
                </a:solidFill>
                <a:latin typeface="Arial"/>
                <a:ea typeface="Arial"/>
                <a:cs typeface="Arial"/>
              </a:defRPr>
            </a:lvl4pPr>
            <a:lvl5pPr algn="l">
              <a:defRPr sz="1875" b="0">
                <a:solidFill>
                  <a:srgbClr val="26354C"/>
                </a:solidFill>
                <a:latin typeface="Arial"/>
                <a:ea typeface="Arial"/>
                <a:cs typeface="Arial"/>
              </a:defRPr>
            </a:lvl5pPr>
            <a:lvl6pPr algn="l">
              <a:defRPr sz="1875" b="0">
                <a:solidFill>
                  <a:srgbClr val="26354C"/>
                </a:solidFill>
                <a:latin typeface="Arial"/>
                <a:ea typeface="Arial"/>
                <a:cs typeface="Arial"/>
              </a:defRPr>
            </a:lvl6pPr>
            <a:lvl7pPr algn="l">
              <a:defRPr sz="1875" b="0">
                <a:solidFill>
                  <a:srgbClr val="26354C"/>
                </a:solidFill>
                <a:latin typeface="Arial"/>
                <a:ea typeface="Arial"/>
                <a:cs typeface="Arial"/>
              </a:defRPr>
            </a:lvl7pPr>
            <a:lvl8pPr algn="l">
              <a:defRPr sz="1875" b="0">
                <a:solidFill>
                  <a:srgbClr val="26354C"/>
                </a:solidFill>
                <a:latin typeface="Arial"/>
                <a:ea typeface="Arial"/>
                <a:cs typeface="Arial"/>
              </a:defRPr>
            </a:lvl8pPr>
            <a:lvl9pPr algn="l">
              <a:defRPr sz="1875" b="0">
                <a:solidFill>
                  <a:srgbClr val="26354C"/>
                </a:solidFill>
                <a:latin typeface="Arial"/>
                <a:ea typeface="Arial"/>
                <a:cs typeface="Arial"/>
              </a:defRPr>
            </a:lvl9pPr>
          </a:lstStyle>
          <a:p xmlns:a="http://schemas.openxmlformats.org/drawingml/2006/main">
            <a:pPr algn="l">
              <a:defRPr sz="1875" b="0">
                <a:solidFill>
                  <a:srgbClr val="26354C"/>
                </a:solidFill>
                <a:latin typeface="Arial"/>
                <a:ea typeface="Arial"/>
                <a:cs typeface="Arial"/>
              </a:defRPr>
            </a:pPr>
            <a:r>
              <a:rPr sz="1875" b="0">
                <a:solidFill>
                  <a:srgbClr val="26354C"/>
                </a:solidFill>
                <a:latin typeface="Arial"/>
                <a:ea typeface="Arial"/>
                <a:cs typeface="Arial"/>
              </a:rPr>
              <a:t>The interface tells the reader</a:t>
            </a:r>
          </a:p>
          <a:p xmlns:a="http://schemas.openxmlformats.org/drawingml/2006/main">
            <a:pPr algn="l">
              <a:defRPr sz="1875" b="0">
                <a:solidFill>
                  <a:srgbClr val="26354C"/>
                </a:solidFill>
                <a:latin typeface="Arial"/>
                <a:ea typeface="Arial"/>
                <a:cs typeface="Arial"/>
              </a:defRPr>
            </a:pPr>
            <a:r>
              <a:rPr sz="1875" b="0">
                <a:solidFill>
                  <a:srgbClr val="26354C"/>
                </a:solidFill>
                <a:latin typeface="Arial"/>
                <a:ea typeface="Arial"/>
                <a:cs typeface="Arial"/>
              </a:rPr>
              <a:t>when external evidence is unavailable.</a:t>
            </a:r>
          </a:p>
        </p:txBody>
      </p:sp>
      <p:sp>
        <p:nvSpPr>
          <p:cNvPr id="15" name="text">
            <a:extLst xmlns:a="http://schemas.openxmlformats.org/drawingml/2006/main">
              <a:ext uri="{FF2B5EF4-FFF2-40B4-BE49-F238E27FC236}">
                <a16:creationId xmlns:a16="http://schemas.microsoft.com/office/drawing/2014/main" id="{15DC5B83-5F00-4009-A3F9-9DD245414995}"/>
              </a:ext>
            </a:extLst>
          </p:cNvPr>
          <p:cNvSpPr>
            <a:spLocks xmlns:a="http://schemas.openxmlformats.org/drawingml/2006/main" noGrp="1"/>
          </p:cNvSpPr>
          <p:nvPr/>
        </p:nvSpPr>
        <p:spPr>
          <a:xfrm xmlns:a="http://schemas.openxmlformats.org/drawingml/2006/main">
            <a:off x="7105650" y="5619750"/>
            <a:ext cx="443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7243B"/>
                </a:solidFill>
                <a:latin typeface="Arial"/>
                <a:ea typeface="Arial"/>
                <a:cs typeface="Arial"/>
              </a:defRPr>
            </a:defPPr>
            <a:lvl1pPr algn="l">
              <a:defRPr sz="1650" b="1">
                <a:solidFill>
                  <a:srgbClr val="17243B"/>
                </a:solidFill>
                <a:latin typeface="Arial"/>
                <a:ea typeface="Arial"/>
                <a:cs typeface="Arial"/>
              </a:defRPr>
            </a:lvl1pPr>
            <a:lvl2pPr algn="l">
              <a:defRPr sz="1650" b="1">
                <a:solidFill>
                  <a:srgbClr val="17243B"/>
                </a:solidFill>
                <a:latin typeface="Arial"/>
                <a:ea typeface="Arial"/>
                <a:cs typeface="Arial"/>
              </a:defRPr>
            </a:lvl2pPr>
            <a:lvl3pPr algn="l">
              <a:defRPr sz="1650" b="1">
                <a:solidFill>
                  <a:srgbClr val="17243B"/>
                </a:solidFill>
                <a:latin typeface="Arial"/>
                <a:ea typeface="Arial"/>
                <a:cs typeface="Arial"/>
              </a:defRPr>
            </a:lvl3pPr>
            <a:lvl4pPr algn="l">
              <a:defRPr sz="1650" b="1">
                <a:solidFill>
                  <a:srgbClr val="17243B"/>
                </a:solidFill>
                <a:latin typeface="Arial"/>
                <a:ea typeface="Arial"/>
                <a:cs typeface="Arial"/>
              </a:defRPr>
            </a:lvl4pPr>
            <a:lvl5pPr algn="l">
              <a:defRPr sz="1650" b="1">
                <a:solidFill>
                  <a:srgbClr val="17243B"/>
                </a:solidFill>
                <a:latin typeface="Arial"/>
                <a:ea typeface="Arial"/>
                <a:cs typeface="Arial"/>
              </a:defRPr>
            </a:lvl5pPr>
            <a:lvl6pPr algn="l">
              <a:defRPr sz="1650" b="1">
                <a:solidFill>
                  <a:srgbClr val="17243B"/>
                </a:solidFill>
                <a:latin typeface="Arial"/>
                <a:ea typeface="Arial"/>
                <a:cs typeface="Arial"/>
              </a:defRPr>
            </a:lvl6pPr>
            <a:lvl7pPr algn="l">
              <a:defRPr sz="1650" b="1">
                <a:solidFill>
                  <a:srgbClr val="17243B"/>
                </a:solidFill>
                <a:latin typeface="Arial"/>
                <a:ea typeface="Arial"/>
                <a:cs typeface="Arial"/>
              </a:defRPr>
            </a:lvl7pPr>
            <a:lvl8pPr algn="l">
              <a:defRPr sz="1650" b="1">
                <a:solidFill>
                  <a:srgbClr val="17243B"/>
                </a:solidFill>
                <a:latin typeface="Arial"/>
                <a:ea typeface="Arial"/>
                <a:cs typeface="Arial"/>
              </a:defRPr>
            </a:lvl8pPr>
            <a:lvl9pPr algn="l">
              <a:defRPr sz="1650" b="1">
                <a:solidFill>
                  <a:srgbClr val="17243B"/>
                </a:solidFill>
                <a:latin typeface="Arial"/>
                <a:ea typeface="Arial"/>
                <a:cs typeface="Arial"/>
              </a:defRPr>
            </a:lvl9pPr>
          </a:lstStyle>
          <a:p xmlns:a="http://schemas.openxmlformats.org/drawingml/2006/main">
            <a:pPr algn="l">
              <a:defRPr sz="1650" b="1">
                <a:solidFill>
                  <a:srgbClr val="17243B"/>
                </a:solidFill>
                <a:latin typeface="Arial"/>
                <a:ea typeface="Arial"/>
                <a:cs typeface="Arial"/>
              </a:defRPr>
            </a:pPr>
            <a:r>
              <a:rPr sz="1650" b="1">
                <a:solidFill>
                  <a:srgbClr val="17243B"/>
                </a:solidFill>
                <a:latin typeface="Arial"/>
                <a:ea typeface="Arial"/>
                <a:cs typeface="Arial"/>
              </a:rPr>
              <a:t>Purpose: support a careful review before sharing.</a:t>
            </a:r>
          </a:p>
        </p:txBody>
      </p:sp>
    </p:spTree>
    <p:extLst>
      <p:ext uri="{BB962C8B-B14F-4D97-AF65-F5344CB8AC3E}">
        <p14:creationId xmlns:p14="http://schemas.microsoft.com/office/powerpoint/2010/main" val="160766765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C8A8C122-0CC8-456D-A9FE-A2618447C152}"/>
              </a:ext>
            </a:extLst>
          </p:cNvPr>
          <p:cNvCxnSpPr>
            <a:stCxn xmlns:a="http://schemas.openxmlformats.org/drawingml/2006/main" id="17" idx="3"/>
            <a:endCxn xmlns:a="http://schemas.openxmlformats.org/drawingml/2006/main" id="20" idx="1"/>
          </p:cNvCxnSpPr>
          <p:nvPr/>
        </p:nvCxnSpPr>
        <p:spPr>
          <a:xfrm xmlns:a="http://schemas.openxmlformats.org/drawingml/2006/main">
            <a:off x="7658100" y="4738688"/>
            <a:ext cx="762000" cy="0"/>
          </a:xfrm>
          <a:prstGeom xmlns:a="http://schemas.openxmlformats.org/drawingml/2006/main" prst="straightConnector1">
            <a:avLst/>
          </a:prstGeom>
          <a:ln xmlns:a="http://schemas.openxmlformats.org/drawingml/2006/main" w="19050">
            <a:solidFill>
              <a:srgbClr val="5E6C80"/>
            </a:solidFill>
            <a:prstDash val="solid"/>
            <a:headEnd type="none" w="med" len="med"/>
            <a:tailEnd type="arrow" w="med" len="med"/>
          </a:ln>
        </p:spPr>
      </p:cxnSp>
      <p:cxnSp>
        <p:nvCxnSpPr>
          <p:cNvPr id="3" name="">
            <a:extLst xmlns:a="http://schemas.openxmlformats.org/drawingml/2006/main">
              <a:ext uri="{FF2B5EF4-FFF2-40B4-BE49-F238E27FC236}">
                <a16:creationId xmlns:a16="http://schemas.microsoft.com/office/drawing/2014/main" id="{182D0203-2F4D-4DD0-967E-FB5CCA81800D}"/>
              </a:ext>
            </a:extLst>
          </p:cNvPr>
          <p:cNvCxnSpPr>
            <a:stCxn xmlns:a="http://schemas.openxmlformats.org/drawingml/2006/main" id="14" idx="3"/>
            <a:endCxn xmlns:a="http://schemas.openxmlformats.org/drawingml/2006/main" id="17" idx="1"/>
          </p:cNvCxnSpPr>
          <p:nvPr/>
        </p:nvCxnSpPr>
        <p:spPr>
          <a:xfrm xmlns:a="http://schemas.openxmlformats.org/drawingml/2006/main">
            <a:off x="3752850" y="4738688"/>
            <a:ext cx="762000" cy="0"/>
          </a:xfrm>
          <a:prstGeom xmlns:a="http://schemas.openxmlformats.org/drawingml/2006/main" prst="straightConnector1">
            <a:avLst/>
          </a:prstGeom>
          <a:ln xmlns:a="http://schemas.openxmlformats.org/drawingml/2006/main" w="19050">
            <a:solidFill>
              <a:srgbClr val="5E6C80"/>
            </a:solidFill>
            <a:prstDash val="solid"/>
            <a:headEnd type="none" w="med" len="med"/>
            <a:tailEnd type="arrow" w="med" len="med"/>
          </a:ln>
        </p:spPr>
      </p:cxnSp>
      <p:sp>
        <p:nvSpPr>
          <p:cNvPr id="4" name="slide-title">
            <a:extLst xmlns:a="http://schemas.openxmlformats.org/drawingml/2006/main">
              <a:ext uri="{FF2B5EF4-FFF2-40B4-BE49-F238E27FC236}">
                <a16:creationId xmlns:a16="http://schemas.microsoft.com/office/drawing/2014/main" id="{2B673C2E-3299-4974-BE25-BA00B8072D91}"/>
              </a:ext>
            </a:extLst>
          </p:cNvPr>
          <p:cNvSpPr>
            <a:spLocks xmlns:a="http://schemas.openxmlformats.org/drawingml/2006/main" noGrp="1"/>
          </p:cNvSpPr>
          <p:nvPr/>
        </p:nvSpPr>
        <p:spPr>
          <a:xfrm xmlns:a="http://schemas.openxmlformats.org/drawingml/2006/main">
            <a:off x="609600" y="5143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43B"/>
                </a:solidFill>
                <a:latin typeface="Arial"/>
                <a:ea typeface="Arial"/>
                <a:cs typeface="Arial"/>
              </a:defRPr>
            </a:defPPr>
            <a:lvl1pPr algn="l">
              <a:defRPr sz="3300" b="1">
                <a:solidFill>
                  <a:srgbClr val="17243B"/>
                </a:solidFill>
                <a:latin typeface="Arial"/>
                <a:ea typeface="Arial"/>
                <a:cs typeface="Arial"/>
              </a:defRPr>
            </a:lvl1pPr>
            <a:lvl2pPr algn="l">
              <a:defRPr sz="3300" b="1">
                <a:solidFill>
                  <a:srgbClr val="17243B"/>
                </a:solidFill>
                <a:latin typeface="Arial"/>
                <a:ea typeface="Arial"/>
                <a:cs typeface="Arial"/>
              </a:defRPr>
            </a:lvl2pPr>
            <a:lvl3pPr algn="l">
              <a:defRPr sz="3300" b="1">
                <a:solidFill>
                  <a:srgbClr val="17243B"/>
                </a:solidFill>
                <a:latin typeface="Arial"/>
                <a:ea typeface="Arial"/>
                <a:cs typeface="Arial"/>
              </a:defRPr>
            </a:lvl3pPr>
            <a:lvl4pPr algn="l">
              <a:defRPr sz="3300" b="1">
                <a:solidFill>
                  <a:srgbClr val="17243B"/>
                </a:solidFill>
                <a:latin typeface="Arial"/>
                <a:ea typeface="Arial"/>
                <a:cs typeface="Arial"/>
              </a:defRPr>
            </a:lvl4pPr>
            <a:lvl5pPr algn="l">
              <a:defRPr sz="3300" b="1">
                <a:solidFill>
                  <a:srgbClr val="17243B"/>
                </a:solidFill>
                <a:latin typeface="Arial"/>
                <a:ea typeface="Arial"/>
                <a:cs typeface="Arial"/>
              </a:defRPr>
            </a:lvl5pPr>
            <a:lvl6pPr algn="l">
              <a:defRPr sz="3300" b="1">
                <a:solidFill>
                  <a:srgbClr val="17243B"/>
                </a:solidFill>
                <a:latin typeface="Arial"/>
                <a:ea typeface="Arial"/>
                <a:cs typeface="Arial"/>
              </a:defRPr>
            </a:lvl6pPr>
            <a:lvl7pPr algn="l">
              <a:defRPr sz="3300" b="1">
                <a:solidFill>
                  <a:srgbClr val="17243B"/>
                </a:solidFill>
                <a:latin typeface="Arial"/>
                <a:ea typeface="Arial"/>
                <a:cs typeface="Arial"/>
              </a:defRPr>
            </a:lvl7pPr>
            <a:lvl8pPr algn="l">
              <a:defRPr sz="3300" b="1">
                <a:solidFill>
                  <a:srgbClr val="17243B"/>
                </a:solidFill>
                <a:latin typeface="Arial"/>
                <a:ea typeface="Arial"/>
                <a:cs typeface="Arial"/>
              </a:defRPr>
            </a:lvl8pPr>
            <a:lvl9pPr algn="l">
              <a:defRPr sz="3300" b="1">
                <a:solidFill>
                  <a:srgbClr val="17243B"/>
                </a:solidFill>
                <a:latin typeface="Arial"/>
                <a:ea typeface="Arial"/>
                <a:cs typeface="Arial"/>
              </a:defRPr>
            </a:lvl9pPr>
          </a:lstStyle>
          <a:p xmlns:a="http://schemas.openxmlformats.org/drawingml/2006/main">
            <a:pPr algn="l">
              <a:defRPr sz="3300" b="1">
                <a:solidFill>
                  <a:srgbClr val="17243B"/>
                </a:solidFill>
                <a:latin typeface="Arial"/>
                <a:ea typeface="Arial"/>
                <a:cs typeface="Arial"/>
              </a:defRPr>
            </a:pPr>
            <a:r>
              <a:rPr sz="3300" b="1">
                <a:solidFill>
                  <a:srgbClr val="17243B"/>
                </a:solidFill>
                <a:latin typeface="Arial"/>
                <a:ea typeface="Arial"/>
                <a:cs typeface="Arial"/>
              </a:rPr>
              <a:t>Learning patterns: the spam-filter analogy</a:t>
            </a:r>
          </a:p>
        </p:txBody>
      </p:sp>
      <p:sp>
        <p:nvSpPr>
          <p:cNvPr id="5" name="footer-brand">
            <a:extLst xmlns:a="http://schemas.openxmlformats.org/drawingml/2006/main">
              <a:ext uri="{FF2B5EF4-FFF2-40B4-BE49-F238E27FC236}">
                <a16:creationId xmlns:a16="http://schemas.microsoft.com/office/drawing/2014/main" id="{B0958A49-D0A2-4070-8DDD-F97864E4479D}"/>
              </a:ext>
            </a:extLst>
          </p:cNvPr>
          <p:cNvSpPr>
            <a:spLocks xmlns:a="http://schemas.openxmlformats.org/drawingml/2006/main" noGrp="1"/>
          </p:cNvSpPr>
          <p:nvPr/>
        </p:nvSpPr>
        <p:spPr>
          <a:xfrm xmlns:a="http://schemas.openxmlformats.org/drawingml/2006/main">
            <a:off x="60960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E6C80"/>
                </a:solidFill>
                <a:latin typeface="Arial"/>
                <a:ea typeface="Arial"/>
                <a:cs typeface="Arial"/>
              </a:defRPr>
            </a:defPPr>
            <a:lvl1pPr algn="l">
              <a:defRPr sz="1200" b="0">
                <a:solidFill>
                  <a:srgbClr val="5E6C80"/>
                </a:solidFill>
                <a:latin typeface="Arial"/>
                <a:ea typeface="Arial"/>
                <a:cs typeface="Arial"/>
              </a:defRPr>
            </a:lvl1pPr>
            <a:lvl2pPr algn="l">
              <a:defRPr sz="1200" b="0">
                <a:solidFill>
                  <a:srgbClr val="5E6C80"/>
                </a:solidFill>
                <a:latin typeface="Arial"/>
                <a:ea typeface="Arial"/>
                <a:cs typeface="Arial"/>
              </a:defRPr>
            </a:lvl2pPr>
            <a:lvl3pPr algn="l">
              <a:defRPr sz="1200" b="0">
                <a:solidFill>
                  <a:srgbClr val="5E6C80"/>
                </a:solidFill>
                <a:latin typeface="Arial"/>
                <a:ea typeface="Arial"/>
                <a:cs typeface="Arial"/>
              </a:defRPr>
            </a:lvl3pPr>
            <a:lvl4pPr algn="l">
              <a:defRPr sz="1200" b="0">
                <a:solidFill>
                  <a:srgbClr val="5E6C80"/>
                </a:solidFill>
                <a:latin typeface="Arial"/>
                <a:ea typeface="Arial"/>
                <a:cs typeface="Arial"/>
              </a:defRPr>
            </a:lvl4pPr>
            <a:lvl5pPr algn="l">
              <a:defRPr sz="1200" b="0">
                <a:solidFill>
                  <a:srgbClr val="5E6C80"/>
                </a:solidFill>
                <a:latin typeface="Arial"/>
                <a:ea typeface="Arial"/>
                <a:cs typeface="Arial"/>
              </a:defRPr>
            </a:lvl5pPr>
            <a:lvl6pPr algn="l">
              <a:defRPr sz="1200" b="0">
                <a:solidFill>
                  <a:srgbClr val="5E6C80"/>
                </a:solidFill>
                <a:latin typeface="Arial"/>
                <a:ea typeface="Arial"/>
                <a:cs typeface="Arial"/>
              </a:defRPr>
            </a:lvl6pPr>
            <a:lvl7pPr algn="l">
              <a:defRPr sz="1200" b="0">
                <a:solidFill>
                  <a:srgbClr val="5E6C80"/>
                </a:solidFill>
                <a:latin typeface="Arial"/>
                <a:ea typeface="Arial"/>
                <a:cs typeface="Arial"/>
              </a:defRPr>
            </a:lvl7pPr>
            <a:lvl8pPr algn="l">
              <a:defRPr sz="1200" b="0">
                <a:solidFill>
                  <a:srgbClr val="5E6C80"/>
                </a:solidFill>
                <a:latin typeface="Arial"/>
                <a:ea typeface="Arial"/>
                <a:cs typeface="Arial"/>
              </a:defRPr>
            </a:lvl8pPr>
            <a:lvl9pPr algn="l">
              <a:defRPr sz="1200" b="0">
                <a:solidFill>
                  <a:srgbClr val="5E6C80"/>
                </a:solidFill>
                <a:latin typeface="Arial"/>
                <a:ea typeface="Arial"/>
                <a:cs typeface="Arial"/>
              </a:defRPr>
            </a:lvl9pPr>
          </a:lstStyle>
          <a:p xmlns:a="http://schemas.openxmlformats.org/drawingml/2006/main">
            <a:pPr algn="l">
              <a:defRPr sz="1200" b="0">
                <a:solidFill>
                  <a:srgbClr val="5E6C80"/>
                </a:solidFill>
                <a:latin typeface="Arial"/>
                <a:ea typeface="Arial"/>
                <a:cs typeface="Arial"/>
              </a:defRPr>
            </a:pPr>
            <a:r>
              <a:rPr sz="1200" b="0">
                <a:solidFill>
                  <a:srgbClr val="5E6C80"/>
                </a:solidFill>
                <a:latin typeface="Arial"/>
                <a:ea typeface="Arial"/>
                <a:cs typeface="Arial"/>
              </a:rPr>
              <a:t>VeriFact AI</a:t>
            </a:r>
          </a:p>
        </p:txBody>
      </p:sp>
      <p:sp>
        <p:nvSpPr>
          <p:cNvPr id="6" name="page-number">
            <a:extLst xmlns:a="http://schemas.openxmlformats.org/drawingml/2006/main">
              <a:ext uri="{FF2B5EF4-FFF2-40B4-BE49-F238E27FC236}">
                <a16:creationId xmlns:a16="http://schemas.microsoft.com/office/drawing/2014/main" id="{32F929B1-81E8-41F9-87B4-67762AB536B3}"/>
              </a:ext>
            </a:extLst>
          </p:cNvPr>
          <p:cNvSpPr>
            <a:spLocks xmlns:a="http://schemas.openxmlformats.org/drawingml/2006/main" noGrp="1"/>
          </p:cNvSpPr>
          <p:nvPr/>
        </p:nvSpPr>
        <p:spPr>
          <a:xfrm xmlns:a="http://schemas.openxmlformats.org/drawingml/2006/main">
            <a:off x="10477500" y="6457950"/>
            <a:ext cx="1104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E6C80"/>
                </a:solidFill>
                <a:latin typeface="Arial"/>
                <a:ea typeface="Arial"/>
                <a:cs typeface="Arial"/>
              </a:defRPr>
            </a:defPPr>
            <a:lvl1pPr algn="r">
              <a:defRPr sz="1200" b="0">
                <a:solidFill>
                  <a:srgbClr val="5E6C80"/>
                </a:solidFill>
                <a:latin typeface="Arial"/>
                <a:ea typeface="Arial"/>
                <a:cs typeface="Arial"/>
              </a:defRPr>
            </a:lvl1pPr>
            <a:lvl2pPr algn="r">
              <a:defRPr sz="1200" b="0">
                <a:solidFill>
                  <a:srgbClr val="5E6C80"/>
                </a:solidFill>
                <a:latin typeface="Arial"/>
                <a:ea typeface="Arial"/>
                <a:cs typeface="Arial"/>
              </a:defRPr>
            </a:lvl2pPr>
            <a:lvl3pPr algn="r">
              <a:defRPr sz="1200" b="0">
                <a:solidFill>
                  <a:srgbClr val="5E6C80"/>
                </a:solidFill>
                <a:latin typeface="Arial"/>
                <a:ea typeface="Arial"/>
                <a:cs typeface="Arial"/>
              </a:defRPr>
            </a:lvl3pPr>
            <a:lvl4pPr algn="r">
              <a:defRPr sz="1200" b="0">
                <a:solidFill>
                  <a:srgbClr val="5E6C80"/>
                </a:solidFill>
                <a:latin typeface="Arial"/>
                <a:ea typeface="Arial"/>
                <a:cs typeface="Arial"/>
              </a:defRPr>
            </a:lvl4pPr>
            <a:lvl5pPr algn="r">
              <a:defRPr sz="1200" b="0">
                <a:solidFill>
                  <a:srgbClr val="5E6C80"/>
                </a:solidFill>
                <a:latin typeface="Arial"/>
                <a:ea typeface="Arial"/>
                <a:cs typeface="Arial"/>
              </a:defRPr>
            </a:lvl5pPr>
            <a:lvl6pPr algn="r">
              <a:defRPr sz="1200" b="0">
                <a:solidFill>
                  <a:srgbClr val="5E6C80"/>
                </a:solidFill>
                <a:latin typeface="Arial"/>
                <a:ea typeface="Arial"/>
                <a:cs typeface="Arial"/>
              </a:defRPr>
            </a:lvl6pPr>
            <a:lvl7pPr algn="r">
              <a:defRPr sz="1200" b="0">
                <a:solidFill>
                  <a:srgbClr val="5E6C80"/>
                </a:solidFill>
                <a:latin typeface="Arial"/>
                <a:ea typeface="Arial"/>
                <a:cs typeface="Arial"/>
              </a:defRPr>
            </a:lvl7pPr>
            <a:lvl8pPr algn="r">
              <a:defRPr sz="1200" b="0">
                <a:solidFill>
                  <a:srgbClr val="5E6C80"/>
                </a:solidFill>
                <a:latin typeface="Arial"/>
                <a:ea typeface="Arial"/>
                <a:cs typeface="Arial"/>
              </a:defRPr>
            </a:lvl8pPr>
            <a:lvl9pPr algn="r">
              <a:defRPr sz="1200" b="0">
                <a:solidFill>
                  <a:srgbClr val="5E6C80"/>
                </a:solidFill>
                <a:latin typeface="Arial"/>
                <a:ea typeface="Arial"/>
                <a:cs typeface="Arial"/>
              </a:defRPr>
            </a:lvl9pPr>
          </a:lstStyle>
          <a:p xmlns:a="http://schemas.openxmlformats.org/drawingml/2006/main">
            <a:pPr algn="r">
              <a:defRPr sz="1200" b="0">
                <a:solidFill>
                  <a:srgbClr val="5E6C80"/>
                </a:solidFill>
                <a:latin typeface="Arial"/>
                <a:ea typeface="Arial"/>
                <a:cs typeface="Arial"/>
              </a:defRPr>
            </a:pPr>
            <a:r>
              <a:rPr sz="1200" b="0">
                <a:solidFill>
                  <a:srgbClr val="5E6C80"/>
                </a:solidFill>
                <a:latin typeface="Arial"/>
                <a:ea typeface="Arial"/>
                <a:cs typeface="Arial"/>
              </a:rPr>
              <a:t>03 / 08</a:t>
            </a:r>
          </a:p>
        </p:txBody>
      </p:sp>
      <p:sp>
        <p:nvSpPr>
          <p:cNvPr id="7" name="text">
            <a:extLst xmlns:a="http://schemas.openxmlformats.org/drawingml/2006/main">
              <a:ext uri="{FF2B5EF4-FFF2-40B4-BE49-F238E27FC236}">
                <a16:creationId xmlns:a16="http://schemas.microsoft.com/office/drawing/2014/main" id="{D80D3BA4-6A24-4176-9A95-522623A7110B}"/>
              </a:ext>
            </a:extLst>
          </p:cNvPr>
          <p:cNvSpPr>
            <a:spLocks xmlns:a="http://schemas.openxmlformats.org/drawingml/2006/main" noGrp="1"/>
          </p:cNvSpPr>
          <p:nvPr/>
        </p:nvSpPr>
        <p:spPr>
          <a:xfrm xmlns:a="http://schemas.openxmlformats.org/drawingml/2006/main">
            <a:off x="609600" y="12573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E6C80"/>
                </a:solidFill>
                <a:latin typeface="Arial"/>
                <a:ea typeface="Arial"/>
                <a:cs typeface="Arial"/>
              </a:defRPr>
            </a:defPPr>
            <a:lvl1pPr algn="l">
              <a:defRPr sz="1950" b="0">
                <a:solidFill>
                  <a:srgbClr val="5E6C80"/>
                </a:solidFill>
                <a:latin typeface="Arial"/>
                <a:ea typeface="Arial"/>
                <a:cs typeface="Arial"/>
              </a:defRPr>
            </a:lvl1pPr>
            <a:lvl2pPr algn="l">
              <a:defRPr sz="1950" b="0">
                <a:solidFill>
                  <a:srgbClr val="5E6C80"/>
                </a:solidFill>
                <a:latin typeface="Arial"/>
                <a:ea typeface="Arial"/>
                <a:cs typeface="Arial"/>
              </a:defRPr>
            </a:lvl2pPr>
            <a:lvl3pPr algn="l">
              <a:defRPr sz="1950" b="0">
                <a:solidFill>
                  <a:srgbClr val="5E6C80"/>
                </a:solidFill>
                <a:latin typeface="Arial"/>
                <a:ea typeface="Arial"/>
                <a:cs typeface="Arial"/>
              </a:defRPr>
            </a:lvl3pPr>
            <a:lvl4pPr algn="l">
              <a:defRPr sz="1950" b="0">
                <a:solidFill>
                  <a:srgbClr val="5E6C80"/>
                </a:solidFill>
                <a:latin typeface="Arial"/>
                <a:ea typeface="Arial"/>
                <a:cs typeface="Arial"/>
              </a:defRPr>
            </a:lvl4pPr>
            <a:lvl5pPr algn="l">
              <a:defRPr sz="1950" b="0">
                <a:solidFill>
                  <a:srgbClr val="5E6C80"/>
                </a:solidFill>
                <a:latin typeface="Arial"/>
                <a:ea typeface="Arial"/>
                <a:cs typeface="Arial"/>
              </a:defRPr>
            </a:lvl5pPr>
            <a:lvl6pPr algn="l">
              <a:defRPr sz="1950" b="0">
                <a:solidFill>
                  <a:srgbClr val="5E6C80"/>
                </a:solidFill>
                <a:latin typeface="Arial"/>
                <a:ea typeface="Arial"/>
                <a:cs typeface="Arial"/>
              </a:defRPr>
            </a:lvl6pPr>
            <a:lvl7pPr algn="l">
              <a:defRPr sz="1950" b="0">
                <a:solidFill>
                  <a:srgbClr val="5E6C80"/>
                </a:solidFill>
                <a:latin typeface="Arial"/>
                <a:ea typeface="Arial"/>
                <a:cs typeface="Arial"/>
              </a:defRPr>
            </a:lvl7pPr>
            <a:lvl8pPr algn="l">
              <a:defRPr sz="1950" b="0">
                <a:solidFill>
                  <a:srgbClr val="5E6C80"/>
                </a:solidFill>
                <a:latin typeface="Arial"/>
                <a:ea typeface="Arial"/>
                <a:cs typeface="Arial"/>
              </a:defRPr>
            </a:lvl8pPr>
            <a:lvl9pPr algn="l">
              <a:defRPr sz="1950" b="0">
                <a:solidFill>
                  <a:srgbClr val="5E6C80"/>
                </a:solidFill>
                <a:latin typeface="Arial"/>
                <a:ea typeface="Arial"/>
                <a:cs typeface="Arial"/>
              </a:defRPr>
            </a:lvl9pPr>
          </a:lstStyle>
          <a:p xmlns:a="http://schemas.openxmlformats.org/drawingml/2006/main">
            <a:pPr algn="l">
              <a:defRPr sz="1950" b="0">
                <a:solidFill>
                  <a:srgbClr val="5E6C80"/>
                </a:solidFill>
                <a:latin typeface="Arial"/>
                <a:ea typeface="Arial"/>
                <a:cs typeface="Arial"/>
              </a:defRPr>
            </a:pPr>
            <a:r>
              <a:rPr sz="1950" b="0">
                <a:solidFill>
                  <a:srgbClr val="5E6C80"/>
                </a:solidFill>
                <a:latin typeface="Arial"/>
                <a:ea typeface="Arial"/>
                <a:cs typeface="Arial"/>
              </a:rPr>
              <a:t>A simplified example of supervised classification</a:t>
            </a:r>
          </a:p>
        </p:txBody>
      </p:sp>
      <p:sp>
        <p:nvSpPr>
          <p:cNvPr id="8" name="text">
            <a:extLst xmlns:a="http://schemas.openxmlformats.org/drawingml/2006/main">
              <a:ext uri="{FF2B5EF4-FFF2-40B4-BE49-F238E27FC236}">
                <a16:creationId xmlns:a16="http://schemas.microsoft.com/office/drawing/2014/main" id="{2285D1E5-84E3-4268-888A-5051D738D700}"/>
              </a:ext>
            </a:extLst>
          </p:cNvPr>
          <p:cNvSpPr>
            <a:spLocks xmlns:a="http://schemas.openxmlformats.org/drawingml/2006/main" noGrp="1"/>
          </p:cNvSpPr>
          <p:nvPr/>
        </p:nvSpPr>
        <p:spPr>
          <a:xfrm xmlns:a="http://schemas.openxmlformats.org/drawingml/2006/main">
            <a:off x="609600" y="20478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7052D9"/>
                </a:solidFill>
                <a:latin typeface="Arial"/>
                <a:ea typeface="Arial"/>
                <a:cs typeface="Arial"/>
              </a:defRPr>
            </a:defPPr>
            <a:lvl1pPr algn="l">
              <a:defRPr sz="2400" b="1">
                <a:solidFill>
                  <a:srgbClr val="7052D9"/>
                </a:solidFill>
                <a:latin typeface="Arial"/>
                <a:ea typeface="Arial"/>
                <a:cs typeface="Arial"/>
              </a:defRPr>
            </a:lvl1pPr>
            <a:lvl2pPr algn="l">
              <a:defRPr sz="2400" b="1">
                <a:solidFill>
                  <a:srgbClr val="7052D9"/>
                </a:solidFill>
                <a:latin typeface="Arial"/>
                <a:ea typeface="Arial"/>
                <a:cs typeface="Arial"/>
              </a:defRPr>
            </a:lvl2pPr>
            <a:lvl3pPr algn="l">
              <a:defRPr sz="2400" b="1">
                <a:solidFill>
                  <a:srgbClr val="7052D9"/>
                </a:solidFill>
                <a:latin typeface="Arial"/>
                <a:ea typeface="Arial"/>
                <a:cs typeface="Arial"/>
              </a:defRPr>
            </a:lvl3pPr>
            <a:lvl4pPr algn="l">
              <a:defRPr sz="2400" b="1">
                <a:solidFill>
                  <a:srgbClr val="7052D9"/>
                </a:solidFill>
                <a:latin typeface="Arial"/>
                <a:ea typeface="Arial"/>
                <a:cs typeface="Arial"/>
              </a:defRPr>
            </a:lvl4pPr>
            <a:lvl5pPr algn="l">
              <a:defRPr sz="2400" b="1">
                <a:solidFill>
                  <a:srgbClr val="7052D9"/>
                </a:solidFill>
                <a:latin typeface="Arial"/>
                <a:ea typeface="Arial"/>
                <a:cs typeface="Arial"/>
              </a:defRPr>
            </a:lvl5pPr>
            <a:lvl6pPr algn="l">
              <a:defRPr sz="2400" b="1">
                <a:solidFill>
                  <a:srgbClr val="7052D9"/>
                </a:solidFill>
                <a:latin typeface="Arial"/>
                <a:ea typeface="Arial"/>
                <a:cs typeface="Arial"/>
              </a:defRPr>
            </a:lvl6pPr>
            <a:lvl7pPr algn="l">
              <a:defRPr sz="2400" b="1">
                <a:solidFill>
                  <a:srgbClr val="7052D9"/>
                </a:solidFill>
                <a:latin typeface="Arial"/>
                <a:ea typeface="Arial"/>
                <a:cs typeface="Arial"/>
              </a:defRPr>
            </a:lvl7pPr>
            <a:lvl8pPr algn="l">
              <a:defRPr sz="2400" b="1">
                <a:solidFill>
                  <a:srgbClr val="7052D9"/>
                </a:solidFill>
                <a:latin typeface="Arial"/>
                <a:ea typeface="Arial"/>
                <a:cs typeface="Arial"/>
              </a:defRPr>
            </a:lvl8pPr>
            <a:lvl9pPr algn="l">
              <a:defRPr sz="2400" b="1">
                <a:solidFill>
                  <a:srgbClr val="7052D9"/>
                </a:solidFill>
                <a:latin typeface="Arial"/>
                <a:ea typeface="Arial"/>
                <a:cs typeface="Arial"/>
              </a:defRPr>
            </a:lvl9pPr>
          </a:lstStyle>
          <a:p xmlns:a="http://schemas.openxmlformats.org/drawingml/2006/main">
            <a:pPr algn="l">
              <a:defRPr sz="2400" b="1">
                <a:solidFill>
                  <a:srgbClr val="7052D9"/>
                </a:solidFill>
                <a:latin typeface="Arial"/>
                <a:ea typeface="Arial"/>
                <a:cs typeface="Arial"/>
              </a:defRPr>
            </a:pPr>
            <a:r>
              <a:rPr sz="2400" b="1">
                <a:solidFill>
                  <a:srgbClr val="7052D9"/>
                </a:solidFill>
                <a:latin typeface="Arial"/>
                <a:ea typeface="Arial"/>
                <a:cs typeface="Arial"/>
              </a:rPr>
              <a:t>Email filtering</a:t>
            </a:r>
          </a:p>
        </p:txBody>
      </p:sp>
      <p:sp>
        <p:nvSpPr>
          <p:cNvPr id="9" name="text">
            <a:extLst xmlns:a="http://schemas.openxmlformats.org/drawingml/2006/main">
              <a:ext uri="{FF2B5EF4-FFF2-40B4-BE49-F238E27FC236}">
                <a16:creationId xmlns:a16="http://schemas.microsoft.com/office/drawing/2014/main" id="{F4554269-E705-4232-946F-B9C498826884}"/>
              </a:ext>
            </a:extLst>
          </p:cNvPr>
          <p:cNvSpPr>
            <a:spLocks xmlns:a="http://schemas.openxmlformats.org/drawingml/2006/main" noGrp="1"/>
          </p:cNvSpPr>
          <p:nvPr/>
        </p:nvSpPr>
        <p:spPr>
          <a:xfrm xmlns:a="http://schemas.openxmlformats.org/drawingml/2006/main">
            <a:off x="609600" y="27241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43B"/>
                </a:solidFill>
                <a:latin typeface="Arial"/>
                <a:ea typeface="Arial"/>
                <a:cs typeface="Arial"/>
              </a:defRPr>
            </a:defPPr>
            <a:lvl1pPr algn="l">
              <a:defRPr sz="2025" b="1">
                <a:solidFill>
                  <a:srgbClr val="17243B"/>
                </a:solidFill>
                <a:latin typeface="Arial"/>
                <a:ea typeface="Arial"/>
                <a:cs typeface="Arial"/>
              </a:defRPr>
            </a:lvl1pPr>
            <a:lvl2pPr algn="l">
              <a:defRPr sz="2025" b="1">
                <a:solidFill>
                  <a:srgbClr val="17243B"/>
                </a:solidFill>
                <a:latin typeface="Arial"/>
                <a:ea typeface="Arial"/>
                <a:cs typeface="Arial"/>
              </a:defRPr>
            </a:lvl2pPr>
            <a:lvl3pPr algn="l">
              <a:defRPr sz="2025" b="1">
                <a:solidFill>
                  <a:srgbClr val="17243B"/>
                </a:solidFill>
                <a:latin typeface="Arial"/>
                <a:ea typeface="Arial"/>
                <a:cs typeface="Arial"/>
              </a:defRPr>
            </a:lvl3pPr>
            <a:lvl4pPr algn="l">
              <a:defRPr sz="2025" b="1">
                <a:solidFill>
                  <a:srgbClr val="17243B"/>
                </a:solidFill>
                <a:latin typeface="Arial"/>
                <a:ea typeface="Arial"/>
                <a:cs typeface="Arial"/>
              </a:defRPr>
            </a:lvl4pPr>
            <a:lvl5pPr algn="l">
              <a:defRPr sz="2025" b="1">
                <a:solidFill>
                  <a:srgbClr val="17243B"/>
                </a:solidFill>
                <a:latin typeface="Arial"/>
                <a:ea typeface="Arial"/>
                <a:cs typeface="Arial"/>
              </a:defRPr>
            </a:lvl5pPr>
            <a:lvl6pPr algn="l">
              <a:defRPr sz="2025" b="1">
                <a:solidFill>
                  <a:srgbClr val="17243B"/>
                </a:solidFill>
                <a:latin typeface="Arial"/>
                <a:ea typeface="Arial"/>
                <a:cs typeface="Arial"/>
              </a:defRPr>
            </a:lvl6pPr>
            <a:lvl7pPr algn="l">
              <a:defRPr sz="2025" b="1">
                <a:solidFill>
                  <a:srgbClr val="17243B"/>
                </a:solidFill>
                <a:latin typeface="Arial"/>
                <a:ea typeface="Arial"/>
                <a:cs typeface="Arial"/>
              </a:defRPr>
            </a:lvl7pPr>
            <a:lvl8pPr algn="l">
              <a:defRPr sz="2025" b="1">
                <a:solidFill>
                  <a:srgbClr val="17243B"/>
                </a:solidFill>
                <a:latin typeface="Arial"/>
                <a:ea typeface="Arial"/>
                <a:cs typeface="Arial"/>
              </a:defRPr>
            </a:lvl8pPr>
            <a:lvl9pPr algn="l">
              <a:defRPr sz="2025" b="1">
                <a:solidFill>
                  <a:srgbClr val="17243B"/>
                </a:solidFill>
                <a:latin typeface="Arial"/>
                <a:ea typeface="Arial"/>
                <a:cs typeface="Arial"/>
              </a:defRPr>
            </a:lvl9pPr>
          </a:lstStyle>
          <a:p xmlns:a="http://schemas.openxmlformats.org/drawingml/2006/main">
            <a:pPr algn="l">
              <a:defRPr sz="2025" b="1">
                <a:solidFill>
                  <a:srgbClr val="17243B"/>
                </a:solidFill>
                <a:latin typeface="Arial"/>
                <a:ea typeface="Arial"/>
                <a:cs typeface="Arial"/>
              </a:defRPr>
            </a:pPr>
            <a:r>
              <a:rPr sz="2025" b="1">
                <a:solidFill>
                  <a:srgbClr val="17243B"/>
                </a:solidFill>
                <a:latin typeface="Arial"/>
                <a:ea typeface="Arial"/>
                <a:cs typeface="Arial"/>
              </a:rPr>
              <a:t>“Claim your free prize now”</a:t>
            </a:r>
          </a:p>
        </p:txBody>
      </p:sp>
      <p:sp>
        <p:nvSpPr>
          <p:cNvPr id="10" name="text">
            <a:extLst xmlns:a="http://schemas.openxmlformats.org/drawingml/2006/main">
              <a:ext uri="{FF2B5EF4-FFF2-40B4-BE49-F238E27FC236}">
                <a16:creationId xmlns:a16="http://schemas.microsoft.com/office/drawing/2014/main" id="{7AA48E42-6AFF-4BEA-82DB-45AB87CEFE9D}"/>
              </a:ext>
            </a:extLst>
          </p:cNvPr>
          <p:cNvSpPr>
            <a:spLocks xmlns:a="http://schemas.openxmlformats.org/drawingml/2006/main" noGrp="1"/>
          </p:cNvSpPr>
          <p:nvPr/>
        </p:nvSpPr>
        <p:spPr>
          <a:xfrm xmlns:a="http://schemas.openxmlformats.org/drawingml/2006/main">
            <a:off x="609600" y="32099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E6C80"/>
                </a:solidFill>
                <a:latin typeface="Arial"/>
                <a:ea typeface="Arial"/>
                <a:cs typeface="Arial"/>
              </a:defRPr>
            </a:defPPr>
            <a:lvl1pPr algn="l">
              <a:defRPr sz="1800" b="0">
                <a:solidFill>
                  <a:srgbClr val="5E6C80"/>
                </a:solidFill>
                <a:latin typeface="Arial"/>
                <a:ea typeface="Arial"/>
                <a:cs typeface="Arial"/>
              </a:defRPr>
            </a:lvl1pPr>
            <a:lvl2pPr algn="l">
              <a:defRPr sz="1800" b="0">
                <a:solidFill>
                  <a:srgbClr val="5E6C80"/>
                </a:solidFill>
                <a:latin typeface="Arial"/>
                <a:ea typeface="Arial"/>
                <a:cs typeface="Arial"/>
              </a:defRPr>
            </a:lvl2pPr>
            <a:lvl3pPr algn="l">
              <a:defRPr sz="1800" b="0">
                <a:solidFill>
                  <a:srgbClr val="5E6C80"/>
                </a:solidFill>
                <a:latin typeface="Arial"/>
                <a:ea typeface="Arial"/>
                <a:cs typeface="Arial"/>
              </a:defRPr>
            </a:lvl3pPr>
            <a:lvl4pPr algn="l">
              <a:defRPr sz="1800" b="0">
                <a:solidFill>
                  <a:srgbClr val="5E6C80"/>
                </a:solidFill>
                <a:latin typeface="Arial"/>
                <a:ea typeface="Arial"/>
                <a:cs typeface="Arial"/>
              </a:defRPr>
            </a:lvl4pPr>
            <a:lvl5pPr algn="l">
              <a:defRPr sz="1800" b="0">
                <a:solidFill>
                  <a:srgbClr val="5E6C80"/>
                </a:solidFill>
                <a:latin typeface="Arial"/>
                <a:ea typeface="Arial"/>
                <a:cs typeface="Arial"/>
              </a:defRPr>
            </a:lvl5pPr>
            <a:lvl6pPr algn="l">
              <a:defRPr sz="1800" b="0">
                <a:solidFill>
                  <a:srgbClr val="5E6C80"/>
                </a:solidFill>
                <a:latin typeface="Arial"/>
                <a:ea typeface="Arial"/>
                <a:cs typeface="Arial"/>
              </a:defRPr>
            </a:lvl6pPr>
            <a:lvl7pPr algn="l">
              <a:defRPr sz="1800" b="0">
                <a:solidFill>
                  <a:srgbClr val="5E6C80"/>
                </a:solidFill>
                <a:latin typeface="Arial"/>
                <a:ea typeface="Arial"/>
                <a:cs typeface="Arial"/>
              </a:defRPr>
            </a:lvl7pPr>
            <a:lvl8pPr algn="l">
              <a:defRPr sz="1800" b="0">
                <a:solidFill>
                  <a:srgbClr val="5E6C80"/>
                </a:solidFill>
                <a:latin typeface="Arial"/>
                <a:ea typeface="Arial"/>
                <a:cs typeface="Arial"/>
              </a:defRPr>
            </a:lvl8pPr>
            <a:lvl9pPr algn="l">
              <a:defRPr sz="1800" b="0">
                <a:solidFill>
                  <a:srgbClr val="5E6C80"/>
                </a:solidFill>
                <a:latin typeface="Arial"/>
                <a:ea typeface="Arial"/>
                <a:cs typeface="Arial"/>
              </a:defRPr>
            </a:lvl9pPr>
          </a:lstStyle>
          <a:p xmlns:a="http://schemas.openxmlformats.org/drawingml/2006/main">
            <a:pPr algn="l">
              <a:defRPr sz="1800" b="0">
                <a:solidFill>
                  <a:srgbClr val="5E6C80"/>
                </a:solidFill>
                <a:latin typeface="Arial"/>
                <a:ea typeface="Arial"/>
                <a:cs typeface="Arial"/>
              </a:defRPr>
            </a:pPr>
            <a:r>
              <a:rPr sz="1800" b="0">
                <a:solidFill>
                  <a:srgbClr val="5E6C80"/>
                </a:solidFill>
                <a:latin typeface="Arial"/>
                <a:ea typeface="Arial"/>
                <a:cs typeface="Arial"/>
              </a:rPr>
              <a:t>Example training label: spam</a:t>
            </a:r>
          </a:p>
        </p:txBody>
      </p:sp>
      <p:sp>
        <p:nvSpPr>
          <p:cNvPr id="11" name="text">
            <a:extLst xmlns:a="http://schemas.openxmlformats.org/drawingml/2006/main">
              <a:ext uri="{FF2B5EF4-FFF2-40B4-BE49-F238E27FC236}">
                <a16:creationId xmlns:a16="http://schemas.microsoft.com/office/drawing/2014/main" id="{775A3515-84AC-44FB-BE36-BF5766BCF98E}"/>
              </a:ext>
            </a:extLst>
          </p:cNvPr>
          <p:cNvSpPr>
            <a:spLocks xmlns:a="http://schemas.openxmlformats.org/drawingml/2006/main" noGrp="1"/>
          </p:cNvSpPr>
          <p:nvPr/>
        </p:nvSpPr>
        <p:spPr>
          <a:xfrm xmlns:a="http://schemas.openxmlformats.org/drawingml/2006/main">
            <a:off x="6715125" y="20478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7C73"/>
                </a:solidFill>
                <a:latin typeface="Arial"/>
                <a:ea typeface="Arial"/>
                <a:cs typeface="Arial"/>
              </a:defRPr>
            </a:defPPr>
            <a:lvl1pPr algn="l">
              <a:defRPr sz="2400" b="1">
                <a:solidFill>
                  <a:srgbClr val="177C73"/>
                </a:solidFill>
                <a:latin typeface="Arial"/>
                <a:ea typeface="Arial"/>
                <a:cs typeface="Arial"/>
              </a:defRPr>
            </a:lvl1pPr>
            <a:lvl2pPr algn="l">
              <a:defRPr sz="2400" b="1">
                <a:solidFill>
                  <a:srgbClr val="177C73"/>
                </a:solidFill>
                <a:latin typeface="Arial"/>
                <a:ea typeface="Arial"/>
                <a:cs typeface="Arial"/>
              </a:defRPr>
            </a:lvl2pPr>
            <a:lvl3pPr algn="l">
              <a:defRPr sz="2400" b="1">
                <a:solidFill>
                  <a:srgbClr val="177C73"/>
                </a:solidFill>
                <a:latin typeface="Arial"/>
                <a:ea typeface="Arial"/>
                <a:cs typeface="Arial"/>
              </a:defRPr>
            </a:lvl3pPr>
            <a:lvl4pPr algn="l">
              <a:defRPr sz="2400" b="1">
                <a:solidFill>
                  <a:srgbClr val="177C73"/>
                </a:solidFill>
                <a:latin typeface="Arial"/>
                <a:ea typeface="Arial"/>
                <a:cs typeface="Arial"/>
              </a:defRPr>
            </a:lvl4pPr>
            <a:lvl5pPr algn="l">
              <a:defRPr sz="2400" b="1">
                <a:solidFill>
                  <a:srgbClr val="177C73"/>
                </a:solidFill>
                <a:latin typeface="Arial"/>
                <a:ea typeface="Arial"/>
                <a:cs typeface="Arial"/>
              </a:defRPr>
            </a:lvl5pPr>
            <a:lvl6pPr algn="l">
              <a:defRPr sz="2400" b="1">
                <a:solidFill>
                  <a:srgbClr val="177C73"/>
                </a:solidFill>
                <a:latin typeface="Arial"/>
                <a:ea typeface="Arial"/>
                <a:cs typeface="Arial"/>
              </a:defRPr>
            </a:lvl6pPr>
            <a:lvl7pPr algn="l">
              <a:defRPr sz="2400" b="1">
                <a:solidFill>
                  <a:srgbClr val="177C73"/>
                </a:solidFill>
                <a:latin typeface="Arial"/>
                <a:ea typeface="Arial"/>
                <a:cs typeface="Arial"/>
              </a:defRPr>
            </a:lvl7pPr>
            <a:lvl8pPr algn="l">
              <a:defRPr sz="2400" b="1">
                <a:solidFill>
                  <a:srgbClr val="177C73"/>
                </a:solidFill>
                <a:latin typeface="Arial"/>
                <a:ea typeface="Arial"/>
                <a:cs typeface="Arial"/>
              </a:defRPr>
            </a:lvl8pPr>
            <a:lvl9pPr algn="l">
              <a:defRPr sz="2400" b="1">
                <a:solidFill>
                  <a:srgbClr val="177C73"/>
                </a:solidFill>
                <a:latin typeface="Arial"/>
                <a:ea typeface="Arial"/>
                <a:cs typeface="Arial"/>
              </a:defRPr>
            </a:lvl9pPr>
          </a:lstStyle>
          <a:p xmlns:a="http://schemas.openxmlformats.org/drawingml/2006/main">
            <a:pPr algn="l">
              <a:defRPr sz="2400" b="1">
                <a:solidFill>
                  <a:srgbClr val="177C73"/>
                </a:solidFill>
                <a:latin typeface="Arial"/>
                <a:ea typeface="Arial"/>
                <a:cs typeface="Arial"/>
              </a:defRPr>
            </a:pPr>
            <a:r>
              <a:rPr sz="2400" b="1">
                <a:solidFill>
                  <a:srgbClr val="177C73"/>
                </a:solidFill>
                <a:latin typeface="Arial"/>
                <a:ea typeface="Arial"/>
                <a:cs typeface="Arial"/>
              </a:rPr>
              <a:t>News screening</a:t>
            </a:r>
          </a:p>
        </p:txBody>
      </p:sp>
      <p:sp>
        <p:nvSpPr>
          <p:cNvPr id="12" name="text">
            <a:extLst xmlns:a="http://schemas.openxmlformats.org/drawingml/2006/main">
              <a:ext uri="{FF2B5EF4-FFF2-40B4-BE49-F238E27FC236}">
                <a16:creationId xmlns:a16="http://schemas.microsoft.com/office/drawing/2014/main" id="{8058BD55-64F9-4927-A0D1-E74F360FB553}"/>
              </a:ext>
            </a:extLst>
          </p:cNvPr>
          <p:cNvSpPr>
            <a:spLocks xmlns:a="http://schemas.openxmlformats.org/drawingml/2006/main" noGrp="1"/>
          </p:cNvSpPr>
          <p:nvPr/>
        </p:nvSpPr>
        <p:spPr>
          <a:xfrm xmlns:a="http://schemas.openxmlformats.org/drawingml/2006/main">
            <a:off x="6715125" y="27241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43B"/>
                </a:solidFill>
                <a:latin typeface="Arial"/>
                <a:ea typeface="Arial"/>
                <a:cs typeface="Arial"/>
              </a:defRPr>
            </a:defPPr>
            <a:lvl1pPr algn="l">
              <a:defRPr sz="2025" b="1">
                <a:solidFill>
                  <a:srgbClr val="17243B"/>
                </a:solidFill>
                <a:latin typeface="Arial"/>
                <a:ea typeface="Arial"/>
                <a:cs typeface="Arial"/>
              </a:defRPr>
            </a:lvl1pPr>
            <a:lvl2pPr algn="l">
              <a:defRPr sz="2025" b="1">
                <a:solidFill>
                  <a:srgbClr val="17243B"/>
                </a:solidFill>
                <a:latin typeface="Arial"/>
                <a:ea typeface="Arial"/>
                <a:cs typeface="Arial"/>
              </a:defRPr>
            </a:lvl2pPr>
            <a:lvl3pPr algn="l">
              <a:defRPr sz="2025" b="1">
                <a:solidFill>
                  <a:srgbClr val="17243B"/>
                </a:solidFill>
                <a:latin typeface="Arial"/>
                <a:ea typeface="Arial"/>
                <a:cs typeface="Arial"/>
              </a:defRPr>
            </a:lvl3pPr>
            <a:lvl4pPr algn="l">
              <a:defRPr sz="2025" b="1">
                <a:solidFill>
                  <a:srgbClr val="17243B"/>
                </a:solidFill>
                <a:latin typeface="Arial"/>
                <a:ea typeface="Arial"/>
                <a:cs typeface="Arial"/>
              </a:defRPr>
            </a:lvl4pPr>
            <a:lvl5pPr algn="l">
              <a:defRPr sz="2025" b="1">
                <a:solidFill>
                  <a:srgbClr val="17243B"/>
                </a:solidFill>
                <a:latin typeface="Arial"/>
                <a:ea typeface="Arial"/>
                <a:cs typeface="Arial"/>
              </a:defRPr>
            </a:lvl5pPr>
            <a:lvl6pPr algn="l">
              <a:defRPr sz="2025" b="1">
                <a:solidFill>
                  <a:srgbClr val="17243B"/>
                </a:solidFill>
                <a:latin typeface="Arial"/>
                <a:ea typeface="Arial"/>
                <a:cs typeface="Arial"/>
              </a:defRPr>
            </a:lvl6pPr>
            <a:lvl7pPr algn="l">
              <a:defRPr sz="2025" b="1">
                <a:solidFill>
                  <a:srgbClr val="17243B"/>
                </a:solidFill>
                <a:latin typeface="Arial"/>
                <a:ea typeface="Arial"/>
                <a:cs typeface="Arial"/>
              </a:defRPr>
            </a:lvl7pPr>
            <a:lvl8pPr algn="l">
              <a:defRPr sz="2025" b="1">
                <a:solidFill>
                  <a:srgbClr val="17243B"/>
                </a:solidFill>
                <a:latin typeface="Arial"/>
                <a:ea typeface="Arial"/>
                <a:cs typeface="Arial"/>
              </a:defRPr>
            </a:lvl8pPr>
            <a:lvl9pPr algn="l">
              <a:defRPr sz="2025" b="1">
                <a:solidFill>
                  <a:srgbClr val="17243B"/>
                </a:solidFill>
                <a:latin typeface="Arial"/>
                <a:ea typeface="Arial"/>
                <a:cs typeface="Arial"/>
              </a:defRPr>
            </a:lvl9pPr>
          </a:lstStyle>
          <a:p xmlns:a="http://schemas.openxmlformats.org/drawingml/2006/main">
            <a:pPr algn="l">
              <a:defRPr sz="2025" b="1">
                <a:solidFill>
                  <a:srgbClr val="17243B"/>
                </a:solidFill>
                <a:latin typeface="Arial"/>
                <a:ea typeface="Arial"/>
                <a:cs typeface="Arial"/>
              </a:defRPr>
            </a:pPr>
            <a:r>
              <a:rPr sz="2025" b="1">
                <a:solidFill>
                  <a:srgbClr val="17243B"/>
                </a:solidFill>
                <a:latin typeface="Arial"/>
                <a:ea typeface="Arial"/>
                <a:cs typeface="Arial"/>
              </a:rPr>
              <a:t>Labeled English news articles</a:t>
            </a:r>
          </a:p>
        </p:txBody>
      </p:sp>
      <p:sp>
        <p:nvSpPr>
          <p:cNvPr id="13" name="text">
            <a:extLst xmlns:a="http://schemas.openxmlformats.org/drawingml/2006/main">
              <a:ext uri="{FF2B5EF4-FFF2-40B4-BE49-F238E27FC236}">
                <a16:creationId xmlns:a16="http://schemas.microsoft.com/office/drawing/2014/main" id="{02D40C9D-A6DC-4904-8D95-04B36CA924C3}"/>
              </a:ext>
            </a:extLst>
          </p:cNvPr>
          <p:cNvSpPr>
            <a:spLocks xmlns:a="http://schemas.openxmlformats.org/drawingml/2006/main" noGrp="1"/>
          </p:cNvSpPr>
          <p:nvPr/>
        </p:nvSpPr>
        <p:spPr>
          <a:xfrm xmlns:a="http://schemas.openxmlformats.org/drawingml/2006/main">
            <a:off x="6715125" y="32099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E6C80"/>
                </a:solidFill>
                <a:latin typeface="Arial"/>
                <a:ea typeface="Arial"/>
                <a:cs typeface="Arial"/>
              </a:defRPr>
            </a:defPPr>
            <a:lvl1pPr algn="l">
              <a:defRPr sz="1800" b="0">
                <a:solidFill>
                  <a:srgbClr val="5E6C80"/>
                </a:solidFill>
                <a:latin typeface="Arial"/>
                <a:ea typeface="Arial"/>
                <a:cs typeface="Arial"/>
              </a:defRPr>
            </a:lvl1pPr>
            <a:lvl2pPr algn="l">
              <a:defRPr sz="1800" b="0">
                <a:solidFill>
                  <a:srgbClr val="5E6C80"/>
                </a:solidFill>
                <a:latin typeface="Arial"/>
                <a:ea typeface="Arial"/>
                <a:cs typeface="Arial"/>
              </a:defRPr>
            </a:lvl2pPr>
            <a:lvl3pPr algn="l">
              <a:defRPr sz="1800" b="0">
                <a:solidFill>
                  <a:srgbClr val="5E6C80"/>
                </a:solidFill>
                <a:latin typeface="Arial"/>
                <a:ea typeface="Arial"/>
                <a:cs typeface="Arial"/>
              </a:defRPr>
            </a:lvl3pPr>
            <a:lvl4pPr algn="l">
              <a:defRPr sz="1800" b="0">
                <a:solidFill>
                  <a:srgbClr val="5E6C80"/>
                </a:solidFill>
                <a:latin typeface="Arial"/>
                <a:ea typeface="Arial"/>
                <a:cs typeface="Arial"/>
              </a:defRPr>
            </a:lvl4pPr>
            <a:lvl5pPr algn="l">
              <a:defRPr sz="1800" b="0">
                <a:solidFill>
                  <a:srgbClr val="5E6C80"/>
                </a:solidFill>
                <a:latin typeface="Arial"/>
                <a:ea typeface="Arial"/>
                <a:cs typeface="Arial"/>
              </a:defRPr>
            </a:lvl5pPr>
            <a:lvl6pPr algn="l">
              <a:defRPr sz="1800" b="0">
                <a:solidFill>
                  <a:srgbClr val="5E6C80"/>
                </a:solidFill>
                <a:latin typeface="Arial"/>
                <a:ea typeface="Arial"/>
                <a:cs typeface="Arial"/>
              </a:defRPr>
            </a:lvl6pPr>
            <a:lvl7pPr algn="l">
              <a:defRPr sz="1800" b="0">
                <a:solidFill>
                  <a:srgbClr val="5E6C80"/>
                </a:solidFill>
                <a:latin typeface="Arial"/>
                <a:ea typeface="Arial"/>
                <a:cs typeface="Arial"/>
              </a:defRPr>
            </a:lvl7pPr>
            <a:lvl8pPr algn="l">
              <a:defRPr sz="1800" b="0">
                <a:solidFill>
                  <a:srgbClr val="5E6C80"/>
                </a:solidFill>
                <a:latin typeface="Arial"/>
                <a:ea typeface="Arial"/>
                <a:cs typeface="Arial"/>
              </a:defRPr>
            </a:lvl8pPr>
            <a:lvl9pPr algn="l">
              <a:defRPr sz="1800" b="0">
                <a:solidFill>
                  <a:srgbClr val="5E6C80"/>
                </a:solidFill>
                <a:latin typeface="Arial"/>
                <a:ea typeface="Arial"/>
                <a:cs typeface="Arial"/>
              </a:defRPr>
            </a:lvl9pPr>
          </a:lstStyle>
          <a:p xmlns:a="http://schemas.openxmlformats.org/drawingml/2006/main">
            <a:pPr algn="l">
              <a:defRPr sz="1800" b="0">
                <a:solidFill>
                  <a:srgbClr val="5E6C80"/>
                </a:solidFill>
                <a:latin typeface="Arial"/>
                <a:ea typeface="Arial"/>
                <a:cs typeface="Arial"/>
              </a:defRPr>
            </a:pPr>
            <a:r>
              <a:rPr sz="1800" b="0">
                <a:solidFill>
                  <a:srgbClr val="5E6C80"/>
                </a:solidFill>
                <a:latin typeface="Arial"/>
                <a:ea typeface="Arial"/>
                <a:cs typeface="Arial"/>
              </a:rPr>
              <a:t>Training labels: real or fake</a:t>
            </a:r>
          </a:p>
        </p:txBody>
      </p:sp>
      <p:sp>
        <p:nvSpPr>
          <p:cNvPr id="14" name="diagram-node-Labeled examples">
            <a:extLst xmlns:a="http://schemas.openxmlformats.org/drawingml/2006/main">
              <a:ext uri="{FF2B5EF4-FFF2-40B4-BE49-F238E27FC236}">
                <a16:creationId xmlns:a16="http://schemas.microsoft.com/office/drawing/2014/main" id="{D66274C1-1088-4C86-83DA-0D387BA3859D}"/>
              </a:ext>
            </a:extLst>
          </p:cNvPr>
          <p:cNvSpPr>
            <a:spLocks xmlns:a="http://schemas.openxmlformats.org/drawingml/2006/main" noGrp="1"/>
          </p:cNvSpPr>
          <p:nvPr/>
        </p:nvSpPr>
        <p:spPr>
          <a:xfrm xmlns:a="http://schemas.openxmlformats.org/drawingml/2006/main">
            <a:off x="609600" y="4200525"/>
            <a:ext cx="3143250" cy="1076325"/>
          </a:xfrm>
          <a:prstGeom xmlns:a="http://schemas.openxmlformats.org/drawingml/2006/main" prst="rect">
            <a:avLst/>
          </a:prstGeom>
          <a:solidFill xmlns:a="http://schemas.openxmlformats.org/drawingml/2006/main">
            <a:srgbClr val="F4F1FC"/>
          </a:solidFill>
          <a:ln xmlns:a="http://schemas.openxmlformats.org/drawingml/2006/main" w="11430">
            <a:solidFill>
              <a:srgbClr val="7052D9"/>
            </a:solidFill>
          </a:ln>
        </p:spPr>
      </p:sp>
      <p:sp>
        <p:nvSpPr>
          <p:cNvPr id="15" name="text">
            <a:extLst xmlns:a="http://schemas.openxmlformats.org/drawingml/2006/main">
              <a:ext uri="{FF2B5EF4-FFF2-40B4-BE49-F238E27FC236}">
                <a16:creationId xmlns:a16="http://schemas.microsoft.com/office/drawing/2014/main" id="{E5B0F1AE-065D-4A1B-8E3C-9DEAAC08F08D}"/>
              </a:ext>
            </a:extLst>
          </p:cNvPr>
          <p:cNvSpPr>
            <a:spLocks xmlns:a="http://schemas.openxmlformats.org/drawingml/2006/main" noGrp="1"/>
          </p:cNvSpPr>
          <p:nvPr/>
        </p:nvSpPr>
        <p:spPr>
          <a:xfrm xmlns:a="http://schemas.openxmlformats.org/drawingml/2006/main">
            <a:off x="781050" y="4343400"/>
            <a:ext cx="2800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7052D9"/>
                </a:solidFill>
                <a:latin typeface="Arial"/>
                <a:ea typeface="Arial"/>
                <a:cs typeface="Arial"/>
              </a:defRPr>
            </a:defPPr>
            <a:lvl1pPr algn="l">
              <a:defRPr sz="1875" b="1">
                <a:solidFill>
                  <a:srgbClr val="7052D9"/>
                </a:solidFill>
                <a:latin typeface="Arial"/>
                <a:ea typeface="Arial"/>
                <a:cs typeface="Arial"/>
              </a:defRPr>
            </a:lvl1pPr>
            <a:lvl2pPr algn="l">
              <a:defRPr sz="1875" b="1">
                <a:solidFill>
                  <a:srgbClr val="7052D9"/>
                </a:solidFill>
                <a:latin typeface="Arial"/>
                <a:ea typeface="Arial"/>
                <a:cs typeface="Arial"/>
              </a:defRPr>
            </a:lvl2pPr>
            <a:lvl3pPr algn="l">
              <a:defRPr sz="1875" b="1">
                <a:solidFill>
                  <a:srgbClr val="7052D9"/>
                </a:solidFill>
                <a:latin typeface="Arial"/>
                <a:ea typeface="Arial"/>
                <a:cs typeface="Arial"/>
              </a:defRPr>
            </a:lvl3pPr>
            <a:lvl4pPr algn="l">
              <a:defRPr sz="1875" b="1">
                <a:solidFill>
                  <a:srgbClr val="7052D9"/>
                </a:solidFill>
                <a:latin typeface="Arial"/>
                <a:ea typeface="Arial"/>
                <a:cs typeface="Arial"/>
              </a:defRPr>
            </a:lvl4pPr>
            <a:lvl5pPr algn="l">
              <a:defRPr sz="1875" b="1">
                <a:solidFill>
                  <a:srgbClr val="7052D9"/>
                </a:solidFill>
                <a:latin typeface="Arial"/>
                <a:ea typeface="Arial"/>
                <a:cs typeface="Arial"/>
              </a:defRPr>
            </a:lvl5pPr>
            <a:lvl6pPr algn="l">
              <a:defRPr sz="1875" b="1">
                <a:solidFill>
                  <a:srgbClr val="7052D9"/>
                </a:solidFill>
                <a:latin typeface="Arial"/>
                <a:ea typeface="Arial"/>
                <a:cs typeface="Arial"/>
              </a:defRPr>
            </a:lvl6pPr>
            <a:lvl7pPr algn="l">
              <a:defRPr sz="1875" b="1">
                <a:solidFill>
                  <a:srgbClr val="7052D9"/>
                </a:solidFill>
                <a:latin typeface="Arial"/>
                <a:ea typeface="Arial"/>
                <a:cs typeface="Arial"/>
              </a:defRPr>
            </a:lvl7pPr>
            <a:lvl8pPr algn="l">
              <a:defRPr sz="1875" b="1">
                <a:solidFill>
                  <a:srgbClr val="7052D9"/>
                </a:solidFill>
                <a:latin typeface="Arial"/>
                <a:ea typeface="Arial"/>
                <a:cs typeface="Arial"/>
              </a:defRPr>
            </a:lvl8pPr>
            <a:lvl9pPr algn="l">
              <a:defRPr sz="1875" b="1">
                <a:solidFill>
                  <a:srgbClr val="7052D9"/>
                </a:solidFill>
                <a:latin typeface="Arial"/>
                <a:ea typeface="Arial"/>
                <a:cs typeface="Arial"/>
              </a:defRPr>
            </a:lvl9pPr>
          </a:lstStyle>
          <a:p xmlns:a="http://schemas.openxmlformats.org/drawingml/2006/main">
            <a:pPr algn="l">
              <a:defRPr sz="1875" b="1">
                <a:solidFill>
                  <a:srgbClr val="7052D9"/>
                </a:solidFill>
                <a:latin typeface="Arial"/>
                <a:ea typeface="Arial"/>
                <a:cs typeface="Arial"/>
              </a:defRPr>
            </a:pPr>
            <a:r>
              <a:rPr sz="1875" b="1">
                <a:solidFill>
                  <a:srgbClr val="7052D9"/>
                </a:solidFill>
                <a:latin typeface="Arial"/>
                <a:ea typeface="Arial"/>
                <a:cs typeface="Arial"/>
              </a:rPr>
              <a:t>Labeled examples</a:t>
            </a:r>
          </a:p>
        </p:txBody>
      </p:sp>
      <p:sp>
        <p:nvSpPr>
          <p:cNvPr id="16" name="text">
            <a:extLst xmlns:a="http://schemas.openxmlformats.org/drawingml/2006/main">
              <a:ext uri="{FF2B5EF4-FFF2-40B4-BE49-F238E27FC236}">
                <a16:creationId xmlns:a16="http://schemas.microsoft.com/office/drawing/2014/main" id="{5E7C515F-F730-41EA-B9CE-84A7AEFEE3F1}"/>
              </a:ext>
            </a:extLst>
          </p:cNvPr>
          <p:cNvSpPr>
            <a:spLocks xmlns:a="http://schemas.openxmlformats.org/drawingml/2006/main" noGrp="1"/>
          </p:cNvSpPr>
          <p:nvPr/>
        </p:nvSpPr>
        <p:spPr>
          <a:xfrm xmlns:a="http://schemas.openxmlformats.org/drawingml/2006/main">
            <a:off x="781050" y="4752975"/>
            <a:ext cx="2800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6354C"/>
                </a:solidFill>
                <a:latin typeface="Arial"/>
                <a:ea typeface="Arial"/>
                <a:cs typeface="Arial"/>
              </a:defRPr>
            </a:defPPr>
            <a:lvl1pPr algn="l">
              <a:defRPr sz="1650" b="0">
                <a:solidFill>
                  <a:srgbClr val="26354C"/>
                </a:solidFill>
                <a:latin typeface="Arial"/>
                <a:ea typeface="Arial"/>
                <a:cs typeface="Arial"/>
              </a:defRPr>
            </a:lvl1pPr>
            <a:lvl2pPr algn="l">
              <a:defRPr sz="1650" b="0">
                <a:solidFill>
                  <a:srgbClr val="26354C"/>
                </a:solidFill>
                <a:latin typeface="Arial"/>
                <a:ea typeface="Arial"/>
                <a:cs typeface="Arial"/>
              </a:defRPr>
            </a:lvl2pPr>
            <a:lvl3pPr algn="l">
              <a:defRPr sz="1650" b="0">
                <a:solidFill>
                  <a:srgbClr val="26354C"/>
                </a:solidFill>
                <a:latin typeface="Arial"/>
                <a:ea typeface="Arial"/>
                <a:cs typeface="Arial"/>
              </a:defRPr>
            </a:lvl3pPr>
            <a:lvl4pPr algn="l">
              <a:defRPr sz="1650" b="0">
                <a:solidFill>
                  <a:srgbClr val="26354C"/>
                </a:solidFill>
                <a:latin typeface="Arial"/>
                <a:ea typeface="Arial"/>
                <a:cs typeface="Arial"/>
              </a:defRPr>
            </a:lvl4pPr>
            <a:lvl5pPr algn="l">
              <a:defRPr sz="1650" b="0">
                <a:solidFill>
                  <a:srgbClr val="26354C"/>
                </a:solidFill>
                <a:latin typeface="Arial"/>
                <a:ea typeface="Arial"/>
                <a:cs typeface="Arial"/>
              </a:defRPr>
            </a:lvl5pPr>
            <a:lvl6pPr algn="l">
              <a:defRPr sz="1650" b="0">
                <a:solidFill>
                  <a:srgbClr val="26354C"/>
                </a:solidFill>
                <a:latin typeface="Arial"/>
                <a:ea typeface="Arial"/>
                <a:cs typeface="Arial"/>
              </a:defRPr>
            </a:lvl6pPr>
            <a:lvl7pPr algn="l">
              <a:defRPr sz="1650" b="0">
                <a:solidFill>
                  <a:srgbClr val="26354C"/>
                </a:solidFill>
                <a:latin typeface="Arial"/>
                <a:ea typeface="Arial"/>
                <a:cs typeface="Arial"/>
              </a:defRPr>
            </a:lvl7pPr>
            <a:lvl8pPr algn="l">
              <a:defRPr sz="1650" b="0">
                <a:solidFill>
                  <a:srgbClr val="26354C"/>
                </a:solidFill>
                <a:latin typeface="Arial"/>
                <a:ea typeface="Arial"/>
                <a:cs typeface="Arial"/>
              </a:defRPr>
            </a:lvl8pPr>
            <a:lvl9pPr algn="l">
              <a:defRPr sz="1650" b="0">
                <a:solidFill>
                  <a:srgbClr val="26354C"/>
                </a:solidFill>
                <a:latin typeface="Arial"/>
                <a:ea typeface="Arial"/>
                <a:cs typeface="Arial"/>
              </a:defRPr>
            </a:lvl9pPr>
          </a:lstStyle>
          <a:p xmlns:a="http://schemas.openxmlformats.org/drawingml/2006/main">
            <a:pPr algn="l">
              <a:defRPr sz="1650" b="0">
                <a:solidFill>
                  <a:srgbClr val="26354C"/>
                </a:solidFill>
                <a:latin typeface="Arial"/>
                <a:ea typeface="Arial"/>
                <a:cs typeface="Arial"/>
              </a:defRPr>
            </a:pPr>
            <a:r>
              <a:rPr sz="1650" b="0">
                <a:solidFill>
                  <a:srgbClr val="26354C"/>
                </a:solidFill>
                <a:latin typeface="Arial"/>
                <a:ea typeface="Arial"/>
                <a:cs typeface="Arial"/>
              </a:rPr>
              <a:t>Text paired with an existing class</a:t>
            </a:r>
          </a:p>
        </p:txBody>
      </p:sp>
      <p:sp>
        <p:nvSpPr>
          <p:cNvPr id="17" name="diagram-node-Learned model">
            <a:extLst xmlns:a="http://schemas.openxmlformats.org/drawingml/2006/main">
              <a:ext uri="{FF2B5EF4-FFF2-40B4-BE49-F238E27FC236}">
                <a16:creationId xmlns:a16="http://schemas.microsoft.com/office/drawing/2014/main" id="{1985C223-1763-4330-905E-8AC10832CDC9}"/>
              </a:ext>
            </a:extLst>
          </p:cNvPr>
          <p:cNvSpPr>
            <a:spLocks xmlns:a="http://schemas.openxmlformats.org/drawingml/2006/main" noGrp="1"/>
          </p:cNvSpPr>
          <p:nvPr/>
        </p:nvSpPr>
        <p:spPr>
          <a:xfrm xmlns:a="http://schemas.openxmlformats.org/drawingml/2006/main">
            <a:off x="4514850" y="4200525"/>
            <a:ext cx="3143250" cy="1076325"/>
          </a:xfrm>
          <a:prstGeom xmlns:a="http://schemas.openxmlformats.org/drawingml/2006/main" prst="rect">
            <a:avLst/>
          </a:prstGeom>
          <a:solidFill xmlns:a="http://schemas.openxmlformats.org/drawingml/2006/main">
            <a:srgbClr val="F4F1FC"/>
          </a:solidFill>
          <a:ln xmlns:a="http://schemas.openxmlformats.org/drawingml/2006/main" w="11430">
            <a:solidFill>
              <a:srgbClr val="7052D9"/>
            </a:solidFill>
          </a:ln>
        </p:spPr>
      </p:sp>
      <p:sp>
        <p:nvSpPr>
          <p:cNvPr id="18" name="text">
            <a:extLst xmlns:a="http://schemas.openxmlformats.org/drawingml/2006/main">
              <a:ext uri="{FF2B5EF4-FFF2-40B4-BE49-F238E27FC236}">
                <a16:creationId xmlns:a16="http://schemas.microsoft.com/office/drawing/2014/main" id="{3884A843-E2B6-4F54-A9F5-02C75A5D3C70}"/>
              </a:ext>
            </a:extLst>
          </p:cNvPr>
          <p:cNvSpPr>
            <a:spLocks xmlns:a="http://schemas.openxmlformats.org/drawingml/2006/main" noGrp="1"/>
          </p:cNvSpPr>
          <p:nvPr/>
        </p:nvSpPr>
        <p:spPr>
          <a:xfrm xmlns:a="http://schemas.openxmlformats.org/drawingml/2006/main">
            <a:off x="4686300" y="4343400"/>
            <a:ext cx="2800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7052D9"/>
                </a:solidFill>
                <a:latin typeface="Arial"/>
                <a:ea typeface="Arial"/>
                <a:cs typeface="Arial"/>
              </a:defRPr>
            </a:defPPr>
            <a:lvl1pPr algn="l">
              <a:defRPr sz="1875" b="1">
                <a:solidFill>
                  <a:srgbClr val="7052D9"/>
                </a:solidFill>
                <a:latin typeface="Arial"/>
                <a:ea typeface="Arial"/>
                <a:cs typeface="Arial"/>
              </a:defRPr>
            </a:lvl1pPr>
            <a:lvl2pPr algn="l">
              <a:defRPr sz="1875" b="1">
                <a:solidFill>
                  <a:srgbClr val="7052D9"/>
                </a:solidFill>
                <a:latin typeface="Arial"/>
                <a:ea typeface="Arial"/>
                <a:cs typeface="Arial"/>
              </a:defRPr>
            </a:lvl2pPr>
            <a:lvl3pPr algn="l">
              <a:defRPr sz="1875" b="1">
                <a:solidFill>
                  <a:srgbClr val="7052D9"/>
                </a:solidFill>
                <a:latin typeface="Arial"/>
                <a:ea typeface="Arial"/>
                <a:cs typeface="Arial"/>
              </a:defRPr>
            </a:lvl3pPr>
            <a:lvl4pPr algn="l">
              <a:defRPr sz="1875" b="1">
                <a:solidFill>
                  <a:srgbClr val="7052D9"/>
                </a:solidFill>
                <a:latin typeface="Arial"/>
                <a:ea typeface="Arial"/>
                <a:cs typeface="Arial"/>
              </a:defRPr>
            </a:lvl4pPr>
            <a:lvl5pPr algn="l">
              <a:defRPr sz="1875" b="1">
                <a:solidFill>
                  <a:srgbClr val="7052D9"/>
                </a:solidFill>
                <a:latin typeface="Arial"/>
                <a:ea typeface="Arial"/>
                <a:cs typeface="Arial"/>
              </a:defRPr>
            </a:lvl5pPr>
            <a:lvl6pPr algn="l">
              <a:defRPr sz="1875" b="1">
                <a:solidFill>
                  <a:srgbClr val="7052D9"/>
                </a:solidFill>
                <a:latin typeface="Arial"/>
                <a:ea typeface="Arial"/>
                <a:cs typeface="Arial"/>
              </a:defRPr>
            </a:lvl6pPr>
            <a:lvl7pPr algn="l">
              <a:defRPr sz="1875" b="1">
                <a:solidFill>
                  <a:srgbClr val="7052D9"/>
                </a:solidFill>
                <a:latin typeface="Arial"/>
                <a:ea typeface="Arial"/>
                <a:cs typeface="Arial"/>
              </a:defRPr>
            </a:lvl7pPr>
            <a:lvl8pPr algn="l">
              <a:defRPr sz="1875" b="1">
                <a:solidFill>
                  <a:srgbClr val="7052D9"/>
                </a:solidFill>
                <a:latin typeface="Arial"/>
                <a:ea typeface="Arial"/>
                <a:cs typeface="Arial"/>
              </a:defRPr>
            </a:lvl8pPr>
            <a:lvl9pPr algn="l">
              <a:defRPr sz="1875" b="1">
                <a:solidFill>
                  <a:srgbClr val="7052D9"/>
                </a:solidFill>
                <a:latin typeface="Arial"/>
                <a:ea typeface="Arial"/>
                <a:cs typeface="Arial"/>
              </a:defRPr>
            </a:lvl9pPr>
          </a:lstStyle>
          <a:p xmlns:a="http://schemas.openxmlformats.org/drawingml/2006/main">
            <a:pPr algn="l">
              <a:defRPr sz="1875" b="1">
                <a:solidFill>
                  <a:srgbClr val="7052D9"/>
                </a:solidFill>
                <a:latin typeface="Arial"/>
                <a:ea typeface="Arial"/>
                <a:cs typeface="Arial"/>
              </a:defRPr>
            </a:pPr>
            <a:r>
              <a:rPr sz="1875" b="1">
                <a:solidFill>
                  <a:srgbClr val="7052D9"/>
                </a:solidFill>
                <a:latin typeface="Arial"/>
                <a:ea typeface="Arial"/>
                <a:cs typeface="Arial"/>
              </a:rPr>
              <a:t>Learned model</a:t>
            </a:r>
          </a:p>
        </p:txBody>
      </p:sp>
      <p:sp>
        <p:nvSpPr>
          <p:cNvPr id="19" name="text">
            <a:extLst xmlns:a="http://schemas.openxmlformats.org/drawingml/2006/main">
              <a:ext uri="{FF2B5EF4-FFF2-40B4-BE49-F238E27FC236}">
                <a16:creationId xmlns:a16="http://schemas.microsoft.com/office/drawing/2014/main" id="{47FBE64D-FB30-4BA6-8D76-90F8E724573A}"/>
              </a:ext>
            </a:extLst>
          </p:cNvPr>
          <p:cNvSpPr>
            <a:spLocks xmlns:a="http://schemas.openxmlformats.org/drawingml/2006/main" noGrp="1"/>
          </p:cNvSpPr>
          <p:nvPr/>
        </p:nvSpPr>
        <p:spPr>
          <a:xfrm xmlns:a="http://schemas.openxmlformats.org/drawingml/2006/main">
            <a:off x="4686300" y="4752975"/>
            <a:ext cx="2800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6354C"/>
                </a:solidFill>
                <a:latin typeface="Arial"/>
                <a:ea typeface="Arial"/>
                <a:cs typeface="Arial"/>
              </a:defRPr>
            </a:defPPr>
            <a:lvl1pPr algn="l">
              <a:defRPr sz="1650" b="0">
                <a:solidFill>
                  <a:srgbClr val="26354C"/>
                </a:solidFill>
                <a:latin typeface="Arial"/>
                <a:ea typeface="Arial"/>
                <a:cs typeface="Arial"/>
              </a:defRPr>
            </a:lvl1pPr>
            <a:lvl2pPr algn="l">
              <a:defRPr sz="1650" b="0">
                <a:solidFill>
                  <a:srgbClr val="26354C"/>
                </a:solidFill>
                <a:latin typeface="Arial"/>
                <a:ea typeface="Arial"/>
                <a:cs typeface="Arial"/>
              </a:defRPr>
            </a:lvl2pPr>
            <a:lvl3pPr algn="l">
              <a:defRPr sz="1650" b="0">
                <a:solidFill>
                  <a:srgbClr val="26354C"/>
                </a:solidFill>
                <a:latin typeface="Arial"/>
                <a:ea typeface="Arial"/>
                <a:cs typeface="Arial"/>
              </a:defRPr>
            </a:lvl3pPr>
            <a:lvl4pPr algn="l">
              <a:defRPr sz="1650" b="0">
                <a:solidFill>
                  <a:srgbClr val="26354C"/>
                </a:solidFill>
                <a:latin typeface="Arial"/>
                <a:ea typeface="Arial"/>
                <a:cs typeface="Arial"/>
              </a:defRPr>
            </a:lvl4pPr>
            <a:lvl5pPr algn="l">
              <a:defRPr sz="1650" b="0">
                <a:solidFill>
                  <a:srgbClr val="26354C"/>
                </a:solidFill>
                <a:latin typeface="Arial"/>
                <a:ea typeface="Arial"/>
                <a:cs typeface="Arial"/>
              </a:defRPr>
            </a:lvl5pPr>
            <a:lvl6pPr algn="l">
              <a:defRPr sz="1650" b="0">
                <a:solidFill>
                  <a:srgbClr val="26354C"/>
                </a:solidFill>
                <a:latin typeface="Arial"/>
                <a:ea typeface="Arial"/>
                <a:cs typeface="Arial"/>
              </a:defRPr>
            </a:lvl6pPr>
            <a:lvl7pPr algn="l">
              <a:defRPr sz="1650" b="0">
                <a:solidFill>
                  <a:srgbClr val="26354C"/>
                </a:solidFill>
                <a:latin typeface="Arial"/>
                <a:ea typeface="Arial"/>
                <a:cs typeface="Arial"/>
              </a:defRPr>
            </a:lvl7pPr>
            <a:lvl8pPr algn="l">
              <a:defRPr sz="1650" b="0">
                <a:solidFill>
                  <a:srgbClr val="26354C"/>
                </a:solidFill>
                <a:latin typeface="Arial"/>
                <a:ea typeface="Arial"/>
                <a:cs typeface="Arial"/>
              </a:defRPr>
            </a:lvl8pPr>
            <a:lvl9pPr algn="l">
              <a:defRPr sz="1650" b="0">
                <a:solidFill>
                  <a:srgbClr val="26354C"/>
                </a:solidFill>
                <a:latin typeface="Arial"/>
                <a:ea typeface="Arial"/>
                <a:cs typeface="Arial"/>
              </a:defRPr>
            </a:lvl9pPr>
          </a:lstStyle>
          <a:p xmlns:a="http://schemas.openxmlformats.org/drawingml/2006/main">
            <a:pPr algn="l">
              <a:defRPr sz="1650" b="0">
                <a:solidFill>
                  <a:srgbClr val="26354C"/>
                </a:solidFill>
                <a:latin typeface="Arial"/>
                <a:ea typeface="Arial"/>
                <a:cs typeface="Arial"/>
              </a:defRPr>
            </a:pPr>
            <a:r>
              <a:rPr sz="1650" b="0">
                <a:solidFill>
                  <a:srgbClr val="26354C"/>
                </a:solidFill>
                <a:latin typeface="Arial"/>
                <a:ea typeface="Arial"/>
                <a:cs typeface="Arial"/>
              </a:rPr>
              <a:t>TF-IDF features and fitted weights</a:t>
            </a:r>
          </a:p>
        </p:txBody>
      </p:sp>
      <p:sp>
        <p:nvSpPr>
          <p:cNvPr id="20" name="diagram-node-New article">
            <a:extLst xmlns:a="http://schemas.openxmlformats.org/drawingml/2006/main">
              <a:ext uri="{FF2B5EF4-FFF2-40B4-BE49-F238E27FC236}">
                <a16:creationId xmlns:a16="http://schemas.microsoft.com/office/drawing/2014/main" id="{66403A62-24B5-47E0-BD46-67DB16B38DB0}"/>
              </a:ext>
            </a:extLst>
          </p:cNvPr>
          <p:cNvSpPr>
            <a:spLocks xmlns:a="http://schemas.openxmlformats.org/drawingml/2006/main" noGrp="1"/>
          </p:cNvSpPr>
          <p:nvPr/>
        </p:nvSpPr>
        <p:spPr>
          <a:xfrm xmlns:a="http://schemas.openxmlformats.org/drawingml/2006/main">
            <a:off x="8420100" y="4200525"/>
            <a:ext cx="3143250" cy="1076325"/>
          </a:xfrm>
          <a:prstGeom xmlns:a="http://schemas.openxmlformats.org/drawingml/2006/main" prst="rect">
            <a:avLst/>
          </a:prstGeom>
          <a:solidFill xmlns:a="http://schemas.openxmlformats.org/drawingml/2006/main">
            <a:srgbClr val="EDF7F5"/>
          </a:solidFill>
          <a:ln xmlns:a="http://schemas.openxmlformats.org/drawingml/2006/main" w="11430">
            <a:solidFill>
              <a:srgbClr val="177C73"/>
            </a:solidFill>
          </a:ln>
        </p:spPr>
      </p:sp>
      <p:sp>
        <p:nvSpPr>
          <p:cNvPr id="21" name="text">
            <a:extLst xmlns:a="http://schemas.openxmlformats.org/drawingml/2006/main">
              <a:ext uri="{FF2B5EF4-FFF2-40B4-BE49-F238E27FC236}">
                <a16:creationId xmlns:a16="http://schemas.microsoft.com/office/drawing/2014/main" id="{D4462A0C-C8B2-4565-BD99-B853AFB4A5BC}"/>
              </a:ext>
            </a:extLst>
          </p:cNvPr>
          <p:cNvSpPr>
            <a:spLocks xmlns:a="http://schemas.openxmlformats.org/drawingml/2006/main" noGrp="1"/>
          </p:cNvSpPr>
          <p:nvPr/>
        </p:nvSpPr>
        <p:spPr>
          <a:xfrm xmlns:a="http://schemas.openxmlformats.org/drawingml/2006/main">
            <a:off x="8591550" y="4343400"/>
            <a:ext cx="2800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7C73"/>
                </a:solidFill>
                <a:latin typeface="Arial"/>
                <a:ea typeface="Arial"/>
                <a:cs typeface="Arial"/>
              </a:defRPr>
            </a:defPPr>
            <a:lvl1pPr algn="l">
              <a:defRPr sz="1875" b="1">
                <a:solidFill>
                  <a:srgbClr val="177C73"/>
                </a:solidFill>
                <a:latin typeface="Arial"/>
                <a:ea typeface="Arial"/>
                <a:cs typeface="Arial"/>
              </a:defRPr>
            </a:lvl1pPr>
            <a:lvl2pPr algn="l">
              <a:defRPr sz="1875" b="1">
                <a:solidFill>
                  <a:srgbClr val="177C73"/>
                </a:solidFill>
                <a:latin typeface="Arial"/>
                <a:ea typeface="Arial"/>
                <a:cs typeface="Arial"/>
              </a:defRPr>
            </a:lvl2pPr>
            <a:lvl3pPr algn="l">
              <a:defRPr sz="1875" b="1">
                <a:solidFill>
                  <a:srgbClr val="177C73"/>
                </a:solidFill>
                <a:latin typeface="Arial"/>
                <a:ea typeface="Arial"/>
                <a:cs typeface="Arial"/>
              </a:defRPr>
            </a:lvl3pPr>
            <a:lvl4pPr algn="l">
              <a:defRPr sz="1875" b="1">
                <a:solidFill>
                  <a:srgbClr val="177C73"/>
                </a:solidFill>
                <a:latin typeface="Arial"/>
                <a:ea typeface="Arial"/>
                <a:cs typeface="Arial"/>
              </a:defRPr>
            </a:lvl4pPr>
            <a:lvl5pPr algn="l">
              <a:defRPr sz="1875" b="1">
                <a:solidFill>
                  <a:srgbClr val="177C73"/>
                </a:solidFill>
                <a:latin typeface="Arial"/>
                <a:ea typeface="Arial"/>
                <a:cs typeface="Arial"/>
              </a:defRPr>
            </a:lvl5pPr>
            <a:lvl6pPr algn="l">
              <a:defRPr sz="1875" b="1">
                <a:solidFill>
                  <a:srgbClr val="177C73"/>
                </a:solidFill>
                <a:latin typeface="Arial"/>
                <a:ea typeface="Arial"/>
                <a:cs typeface="Arial"/>
              </a:defRPr>
            </a:lvl6pPr>
            <a:lvl7pPr algn="l">
              <a:defRPr sz="1875" b="1">
                <a:solidFill>
                  <a:srgbClr val="177C73"/>
                </a:solidFill>
                <a:latin typeface="Arial"/>
                <a:ea typeface="Arial"/>
                <a:cs typeface="Arial"/>
              </a:defRPr>
            </a:lvl7pPr>
            <a:lvl8pPr algn="l">
              <a:defRPr sz="1875" b="1">
                <a:solidFill>
                  <a:srgbClr val="177C73"/>
                </a:solidFill>
                <a:latin typeface="Arial"/>
                <a:ea typeface="Arial"/>
                <a:cs typeface="Arial"/>
              </a:defRPr>
            </a:lvl8pPr>
            <a:lvl9pPr algn="l">
              <a:defRPr sz="1875" b="1">
                <a:solidFill>
                  <a:srgbClr val="177C73"/>
                </a:solidFill>
                <a:latin typeface="Arial"/>
                <a:ea typeface="Arial"/>
                <a:cs typeface="Arial"/>
              </a:defRPr>
            </a:lvl9pPr>
          </a:lstStyle>
          <a:p xmlns:a="http://schemas.openxmlformats.org/drawingml/2006/main">
            <a:pPr algn="l">
              <a:defRPr sz="1875" b="1">
                <a:solidFill>
                  <a:srgbClr val="177C73"/>
                </a:solidFill>
                <a:latin typeface="Arial"/>
                <a:ea typeface="Arial"/>
                <a:cs typeface="Arial"/>
              </a:defRPr>
            </a:pPr>
            <a:r>
              <a:rPr sz="1875" b="1">
                <a:solidFill>
                  <a:srgbClr val="177C73"/>
                </a:solidFill>
                <a:latin typeface="Arial"/>
                <a:ea typeface="Arial"/>
                <a:cs typeface="Arial"/>
              </a:rPr>
              <a:t>New article</a:t>
            </a:r>
          </a:p>
        </p:txBody>
      </p:sp>
      <p:sp>
        <p:nvSpPr>
          <p:cNvPr id="22" name="text">
            <a:extLst xmlns:a="http://schemas.openxmlformats.org/drawingml/2006/main">
              <a:ext uri="{FF2B5EF4-FFF2-40B4-BE49-F238E27FC236}">
                <a16:creationId xmlns:a16="http://schemas.microsoft.com/office/drawing/2014/main" id="{B1B5F014-850C-469F-B2E1-72F4DC5DA4B6}"/>
              </a:ext>
            </a:extLst>
          </p:cNvPr>
          <p:cNvSpPr>
            <a:spLocks xmlns:a="http://schemas.openxmlformats.org/drawingml/2006/main" noGrp="1"/>
          </p:cNvSpPr>
          <p:nvPr/>
        </p:nvSpPr>
        <p:spPr>
          <a:xfrm xmlns:a="http://schemas.openxmlformats.org/drawingml/2006/main">
            <a:off x="8591550" y="4752975"/>
            <a:ext cx="2800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6354C"/>
                </a:solidFill>
                <a:latin typeface="Arial"/>
                <a:ea typeface="Arial"/>
                <a:cs typeface="Arial"/>
              </a:defRPr>
            </a:defPPr>
            <a:lvl1pPr algn="l">
              <a:defRPr sz="1650" b="0">
                <a:solidFill>
                  <a:srgbClr val="26354C"/>
                </a:solidFill>
                <a:latin typeface="Arial"/>
                <a:ea typeface="Arial"/>
                <a:cs typeface="Arial"/>
              </a:defRPr>
            </a:lvl1pPr>
            <a:lvl2pPr algn="l">
              <a:defRPr sz="1650" b="0">
                <a:solidFill>
                  <a:srgbClr val="26354C"/>
                </a:solidFill>
                <a:latin typeface="Arial"/>
                <a:ea typeface="Arial"/>
                <a:cs typeface="Arial"/>
              </a:defRPr>
            </a:lvl2pPr>
            <a:lvl3pPr algn="l">
              <a:defRPr sz="1650" b="0">
                <a:solidFill>
                  <a:srgbClr val="26354C"/>
                </a:solidFill>
                <a:latin typeface="Arial"/>
                <a:ea typeface="Arial"/>
                <a:cs typeface="Arial"/>
              </a:defRPr>
            </a:lvl3pPr>
            <a:lvl4pPr algn="l">
              <a:defRPr sz="1650" b="0">
                <a:solidFill>
                  <a:srgbClr val="26354C"/>
                </a:solidFill>
                <a:latin typeface="Arial"/>
                <a:ea typeface="Arial"/>
                <a:cs typeface="Arial"/>
              </a:defRPr>
            </a:lvl4pPr>
            <a:lvl5pPr algn="l">
              <a:defRPr sz="1650" b="0">
                <a:solidFill>
                  <a:srgbClr val="26354C"/>
                </a:solidFill>
                <a:latin typeface="Arial"/>
                <a:ea typeface="Arial"/>
                <a:cs typeface="Arial"/>
              </a:defRPr>
            </a:lvl5pPr>
            <a:lvl6pPr algn="l">
              <a:defRPr sz="1650" b="0">
                <a:solidFill>
                  <a:srgbClr val="26354C"/>
                </a:solidFill>
                <a:latin typeface="Arial"/>
                <a:ea typeface="Arial"/>
                <a:cs typeface="Arial"/>
              </a:defRPr>
            </a:lvl6pPr>
            <a:lvl7pPr algn="l">
              <a:defRPr sz="1650" b="0">
                <a:solidFill>
                  <a:srgbClr val="26354C"/>
                </a:solidFill>
                <a:latin typeface="Arial"/>
                <a:ea typeface="Arial"/>
                <a:cs typeface="Arial"/>
              </a:defRPr>
            </a:lvl7pPr>
            <a:lvl8pPr algn="l">
              <a:defRPr sz="1650" b="0">
                <a:solidFill>
                  <a:srgbClr val="26354C"/>
                </a:solidFill>
                <a:latin typeface="Arial"/>
                <a:ea typeface="Arial"/>
                <a:cs typeface="Arial"/>
              </a:defRPr>
            </a:lvl8pPr>
            <a:lvl9pPr algn="l">
              <a:defRPr sz="1650" b="0">
                <a:solidFill>
                  <a:srgbClr val="26354C"/>
                </a:solidFill>
                <a:latin typeface="Arial"/>
                <a:ea typeface="Arial"/>
                <a:cs typeface="Arial"/>
              </a:defRPr>
            </a:lvl9pPr>
          </a:lstStyle>
          <a:p xmlns:a="http://schemas.openxmlformats.org/drawingml/2006/main">
            <a:pPr algn="l">
              <a:defRPr sz="1650" b="0">
                <a:solidFill>
                  <a:srgbClr val="26354C"/>
                </a:solidFill>
                <a:latin typeface="Arial"/>
                <a:ea typeface="Arial"/>
                <a:cs typeface="Arial"/>
              </a:defRPr>
            </a:pPr>
            <a:r>
              <a:rPr sz="1650" b="0">
                <a:solidFill>
                  <a:srgbClr val="26354C"/>
                </a:solidFill>
                <a:latin typeface="Arial"/>
                <a:ea typeface="Arial"/>
                <a:cs typeface="Arial"/>
              </a:rPr>
              <a:t>Apply the saved model to new text</a:t>
            </a:r>
          </a:p>
        </p:txBody>
      </p:sp>
      <p:sp>
        <p:nvSpPr>
          <p:cNvPr id="23" name="text">
            <a:extLst xmlns:a="http://schemas.openxmlformats.org/drawingml/2006/main">
              <a:ext uri="{FF2B5EF4-FFF2-40B4-BE49-F238E27FC236}">
                <a16:creationId xmlns:a16="http://schemas.microsoft.com/office/drawing/2014/main" id="{119799B3-2490-47C8-B9D8-5866BE8BE63C}"/>
              </a:ext>
            </a:extLst>
          </p:cNvPr>
          <p:cNvSpPr>
            <a:spLocks xmlns:a="http://schemas.openxmlformats.org/drawingml/2006/main" noGrp="1"/>
          </p:cNvSpPr>
          <p:nvPr/>
        </p:nvSpPr>
        <p:spPr>
          <a:xfrm xmlns:a="http://schemas.openxmlformats.org/drawingml/2006/main">
            <a:off x="609600" y="57054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43B"/>
                </a:solidFill>
                <a:latin typeface="Arial"/>
                <a:ea typeface="Arial"/>
                <a:cs typeface="Arial"/>
              </a:defRPr>
            </a:defPPr>
            <a:lvl1pPr algn="l">
              <a:defRPr sz="2175" b="1">
                <a:solidFill>
                  <a:srgbClr val="17243B"/>
                </a:solidFill>
                <a:latin typeface="Arial"/>
                <a:ea typeface="Arial"/>
                <a:cs typeface="Arial"/>
              </a:defRPr>
            </a:lvl1pPr>
            <a:lvl2pPr algn="l">
              <a:defRPr sz="2175" b="1">
                <a:solidFill>
                  <a:srgbClr val="17243B"/>
                </a:solidFill>
                <a:latin typeface="Arial"/>
                <a:ea typeface="Arial"/>
                <a:cs typeface="Arial"/>
              </a:defRPr>
            </a:lvl2pPr>
            <a:lvl3pPr algn="l">
              <a:defRPr sz="2175" b="1">
                <a:solidFill>
                  <a:srgbClr val="17243B"/>
                </a:solidFill>
                <a:latin typeface="Arial"/>
                <a:ea typeface="Arial"/>
                <a:cs typeface="Arial"/>
              </a:defRPr>
            </a:lvl3pPr>
            <a:lvl4pPr algn="l">
              <a:defRPr sz="2175" b="1">
                <a:solidFill>
                  <a:srgbClr val="17243B"/>
                </a:solidFill>
                <a:latin typeface="Arial"/>
                <a:ea typeface="Arial"/>
                <a:cs typeface="Arial"/>
              </a:defRPr>
            </a:lvl4pPr>
            <a:lvl5pPr algn="l">
              <a:defRPr sz="2175" b="1">
                <a:solidFill>
                  <a:srgbClr val="17243B"/>
                </a:solidFill>
                <a:latin typeface="Arial"/>
                <a:ea typeface="Arial"/>
                <a:cs typeface="Arial"/>
              </a:defRPr>
            </a:lvl5pPr>
            <a:lvl6pPr algn="l">
              <a:defRPr sz="2175" b="1">
                <a:solidFill>
                  <a:srgbClr val="17243B"/>
                </a:solidFill>
                <a:latin typeface="Arial"/>
                <a:ea typeface="Arial"/>
                <a:cs typeface="Arial"/>
              </a:defRPr>
            </a:lvl6pPr>
            <a:lvl7pPr algn="l">
              <a:defRPr sz="2175" b="1">
                <a:solidFill>
                  <a:srgbClr val="17243B"/>
                </a:solidFill>
                <a:latin typeface="Arial"/>
                <a:ea typeface="Arial"/>
                <a:cs typeface="Arial"/>
              </a:defRPr>
            </a:lvl7pPr>
            <a:lvl8pPr algn="l">
              <a:defRPr sz="2175" b="1">
                <a:solidFill>
                  <a:srgbClr val="17243B"/>
                </a:solidFill>
                <a:latin typeface="Arial"/>
                <a:ea typeface="Arial"/>
                <a:cs typeface="Arial"/>
              </a:defRPr>
            </a:lvl8pPr>
            <a:lvl9pPr algn="l">
              <a:defRPr sz="2175" b="1">
                <a:solidFill>
                  <a:srgbClr val="17243B"/>
                </a:solidFill>
                <a:latin typeface="Arial"/>
                <a:ea typeface="Arial"/>
                <a:cs typeface="Arial"/>
              </a:defRPr>
            </a:lvl9pPr>
          </a:lstStyle>
          <a:p xmlns:a="http://schemas.openxmlformats.org/drawingml/2006/main">
            <a:pPr algn="l">
              <a:defRPr sz="2175" b="1">
                <a:solidFill>
                  <a:srgbClr val="17243B"/>
                </a:solidFill>
                <a:latin typeface="Arial"/>
                <a:ea typeface="Arial"/>
                <a:cs typeface="Arial"/>
              </a:defRPr>
            </a:pPr>
            <a:r>
              <a:rPr sz="2175" b="1">
                <a:solidFill>
                  <a:srgbClr val="17243B"/>
                </a:solidFill>
                <a:latin typeface="Arial"/>
                <a:ea typeface="Arial"/>
                <a:cs typeface="Arial"/>
              </a:rPr>
              <a:t>Training learns the weights. Inference reuses them.</a:t>
            </a:r>
          </a:p>
        </p:txBody>
      </p:sp>
    </p:spTree>
    <p:extLst>
      <p:ext uri="{BB962C8B-B14F-4D97-AF65-F5344CB8AC3E}">
        <p14:creationId xmlns:p14="http://schemas.microsoft.com/office/powerpoint/2010/main" val="19512073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E8BB6BD2-821B-4CD5-B052-34E27D7E4566}"/>
              </a:ext>
            </a:extLst>
          </p:cNvPr>
          <p:cNvCxnSpPr>
            <a:stCxn xmlns:a="http://schemas.openxmlformats.org/drawingml/2006/main" id="20" idx="3"/>
            <a:endCxn xmlns:a="http://schemas.openxmlformats.org/drawingml/2006/main" id="23" idx="1"/>
          </p:cNvCxnSpPr>
          <p:nvPr/>
        </p:nvCxnSpPr>
        <p:spPr>
          <a:xfrm xmlns:a="http://schemas.openxmlformats.org/drawingml/2006/main">
            <a:off x="8467725" y="2143125"/>
            <a:ext cx="428625" cy="0"/>
          </a:xfrm>
          <a:prstGeom xmlns:a="http://schemas.openxmlformats.org/drawingml/2006/main" prst="straightConnector1">
            <a:avLst/>
          </a:prstGeom>
          <a:ln xmlns:a="http://schemas.openxmlformats.org/drawingml/2006/main" w="19050">
            <a:solidFill>
              <a:srgbClr val="5E6C80"/>
            </a:solidFill>
            <a:prstDash val="dash"/>
            <a:headEnd type="none" w="med" len="med"/>
            <a:tailEnd type="arrow" w="med" len="med"/>
          </a:ln>
        </p:spPr>
      </p:cxnSp>
      <p:cxnSp>
        <p:nvCxnSpPr>
          <p:cNvPr id="3" name="">
            <a:extLst xmlns:a="http://schemas.openxmlformats.org/drawingml/2006/main">
              <a:ext uri="{FF2B5EF4-FFF2-40B4-BE49-F238E27FC236}">
                <a16:creationId xmlns:a16="http://schemas.microsoft.com/office/drawing/2014/main" id="{822A5BF5-B527-492C-919B-90CF406C50F9}"/>
              </a:ext>
            </a:extLst>
          </p:cNvPr>
          <p:cNvCxnSpPr>
            <a:stCxn xmlns:a="http://schemas.openxmlformats.org/drawingml/2006/main" id="32" idx="2"/>
            <a:endCxn xmlns:a="http://schemas.openxmlformats.org/drawingml/2006/main" id="35" idx="0"/>
          </p:cNvCxnSpPr>
          <p:nvPr/>
        </p:nvCxnSpPr>
        <p:spPr>
          <a:xfrm xmlns:a="http://schemas.openxmlformats.org/drawingml/2006/main" flipH="1">
            <a:off x="6334125" y="5057775"/>
            <a:ext cx="3571875" cy="409575"/>
          </a:xfrm>
          <a:prstGeom xmlns:a="http://schemas.openxmlformats.org/drawingml/2006/main" prst="bentConnector4">
            <a:avLst>
              <a:gd name="adj1" fmla="val 0"/>
              <a:gd name="adj2" fmla="val 50000"/>
            </a:avLst>
          </a:prstGeom>
          <a:ln xmlns:a="http://schemas.openxmlformats.org/drawingml/2006/main" w="19050">
            <a:solidFill>
              <a:srgbClr val="5E6C80"/>
            </a:solidFill>
            <a:prstDash val="solid"/>
            <a:headEnd type="none" w="med" len="med"/>
            <a:tailEnd type="arrow" w="med" len="med"/>
          </a:ln>
        </p:spPr>
      </p:cxnSp>
      <p:cxnSp>
        <p:nvCxnSpPr>
          <p:cNvPr id="4" name="">
            <a:extLst xmlns:a="http://schemas.openxmlformats.org/drawingml/2006/main">
              <a:ext uri="{FF2B5EF4-FFF2-40B4-BE49-F238E27FC236}">
                <a16:creationId xmlns:a16="http://schemas.microsoft.com/office/drawing/2014/main" id="{497559C8-2A91-4D0A-9DFD-63234E2C6948}"/>
              </a:ext>
            </a:extLst>
          </p:cNvPr>
          <p:cNvCxnSpPr>
            <a:stCxn xmlns:a="http://schemas.openxmlformats.org/drawingml/2006/main" id="20" idx="2"/>
            <a:endCxn xmlns:a="http://schemas.openxmlformats.org/drawingml/2006/main" id="32" idx="0"/>
          </p:cNvCxnSpPr>
          <p:nvPr/>
        </p:nvCxnSpPr>
        <p:spPr>
          <a:xfrm xmlns:a="http://schemas.openxmlformats.org/drawingml/2006/main">
            <a:off x="7300913" y="2714625"/>
            <a:ext cx="2605088" cy="762000"/>
          </a:xfrm>
          <a:prstGeom xmlns:a="http://schemas.openxmlformats.org/drawingml/2006/main" prst="bentConnector4">
            <a:avLst>
              <a:gd name="adj1" fmla="val 0"/>
              <a:gd name="adj2" fmla="val 50000"/>
            </a:avLst>
          </a:prstGeom>
          <a:ln xmlns:a="http://schemas.openxmlformats.org/drawingml/2006/main" w="19050">
            <a:solidFill>
              <a:srgbClr val="5E6C80"/>
            </a:solidFill>
            <a:prstDash val="solid"/>
            <a:headEnd type="none" w="med" len="med"/>
            <a:tailEnd type="arrow" w="med" len="med"/>
          </a:ln>
        </p:spPr>
      </p:cxnSp>
      <p:cxnSp>
        <p:nvCxnSpPr>
          <p:cNvPr id="5" name="">
            <a:extLst xmlns:a="http://schemas.openxmlformats.org/drawingml/2006/main">
              <a:ext uri="{FF2B5EF4-FFF2-40B4-BE49-F238E27FC236}">
                <a16:creationId xmlns:a16="http://schemas.microsoft.com/office/drawing/2014/main" id="{BB9BBB61-B2DF-4A4E-B98C-9354540FF4B1}"/>
              </a:ext>
            </a:extLst>
          </p:cNvPr>
          <p:cNvCxnSpPr>
            <a:stCxn xmlns:a="http://schemas.openxmlformats.org/drawingml/2006/main" id="29" idx="2"/>
            <a:endCxn xmlns:a="http://schemas.openxmlformats.org/drawingml/2006/main" id="35" idx="0"/>
          </p:cNvCxnSpPr>
          <p:nvPr/>
        </p:nvCxnSpPr>
        <p:spPr>
          <a:xfrm xmlns:a="http://schemas.openxmlformats.org/drawingml/2006/main">
            <a:off x="6096000" y="5057775"/>
            <a:ext cx="238125" cy="409575"/>
          </a:xfrm>
          <a:prstGeom xmlns:a="http://schemas.openxmlformats.org/drawingml/2006/main" prst="bentConnector4">
            <a:avLst>
              <a:gd name="adj1" fmla="val 0"/>
              <a:gd name="adj2" fmla="val 50000"/>
            </a:avLst>
          </a:prstGeom>
          <a:ln xmlns:a="http://schemas.openxmlformats.org/drawingml/2006/main" w="19050">
            <a:solidFill>
              <a:srgbClr val="5E6C80"/>
            </a:solidFill>
            <a:prstDash val="solid"/>
            <a:headEnd type="none" w="med" len="med"/>
            <a:tailEnd type="arrow" w="med" len="med"/>
          </a:ln>
        </p:spPr>
      </p:cxnSp>
      <p:cxnSp>
        <p:nvCxnSpPr>
          <p:cNvPr id="6" name="">
            <a:extLst xmlns:a="http://schemas.openxmlformats.org/drawingml/2006/main">
              <a:ext uri="{FF2B5EF4-FFF2-40B4-BE49-F238E27FC236}">
                <a16:creationId xmlns:a16="http://schemas.microsoft.com/office/drawing/2014/main" id="{076C2FBA-2B64-45D6-9B5E-64EF541D7BB5}"/>
              </a:ext>
            </a:extLst>
          </p:cNvPr>
          <p:cNvCxnSpPr>
            <a:stCxn xmlns:a="http://schemas.openxmlformats.org/drawingml/2006/main" id="20" idx="2"/>
            <a:endCxn xmlns:a="http://schemas.openxmlformats.org/drawingml/2006/main" id="29" idx="0"/>
          </p:cNvCxnSpPr>
          <p:nvPr/>
        </p:nvCxnSpPr>
        <p:spPr>
          <a:xfrm xmlns:a="http://schemas.openxmlformats.org/drawingml/2006/main" flipH="1">
            <a:off x="6096000" y="2714625"/>
            <a:ext cx="1204913" cy="762000"/>
          </a:xfrm>
          <a:prstGeom xmlns:a="http://schemas.openxmlformats.org/drawingml/2006/main" prst="bentConnector4">
            <a:avLst>
              <a:gd name="adj1" fmla="val 0"/>
              <a:gd name="adj2" fmla="val 50000"/>
            </a:avLst>
          </a:prstGeom>
          <a:ln xmlns:a="http://schemas.openxmlformats.org/drawingml/2006/main" w="19050">
            <a:solidFill>
              <a:srgbClr val="5E6C80"/>
            </a:solidFill>
            <a:prstDash val="solid"/>
            <a:headEnd type="none" w="med" len="med"/>
            <a:tailEnd type="arrow" w="med" len="med"/>
          </a:ln>
        </p:spPr>
      </p:cxnSp>
      <p:cxnSp>
        <p:nvCxnSpPr>
          <p:cNvPr id="7" name="">
            <a:extLst xmlns:a="http://schemas.openxmlformats.org/drawingml/2006/main">
              <a:ext uri="{FF2B5EF4-FFF2-40B4-BE49-F238E27FC236}">
                <a16:creationId xmlns:a16="http://schemas.microsoft.com/office/drawing/2014/main" id="{E2C45036-A596-4370-A5D0-AC07FB1DBDB8}"/>
              </a:ext>
            </a:extLst>
          </p:cNvPr>
          <p:cNvCxnSpPr>
            <a:stCxn xmlns:a="http://schemas.openxmlformats.org/drawingml/2006/main" id="26" idx="2"/>
            <a:endCxn xmlns:a="http://schemas.openxmlformats.org/drawingml/2006/main" id="35" idx="0"/>
          </p:cNvCxnSpPr>
          <p:nvPr/>
        </p:nvCxnSpPr>
        <p:spPr>
          <a:xfrm xmlns:a="http://schemas.openxmlformats.org/drawingml/2006/main">
            <a:off x="2286000" y="5057775"/>
            <a:ext cx="4048125" cy="409575"/>
          </a:xfrm>
          <a:prstGeom xmlns:a="http://schemas.openxmlformats.org/drawingml/2006/main" prst="bentConnector4">
            <a:avLst>
              <a:gd name="adj1" fmla="val 0"/>
              <a:gd name="adj2" fmla="val 50000"/>
            </a:avLst>
          </a:prstGeom>
          <a:ln xmlns:a="http://schemas.openxmlformats.org/drawingml/2006/main" w="19050">
            <a:solidFill>
              <a:srgbClr val="5E6C80"/>
            </a:solidFill>
            <a:prstDash val="solid"/>
            <a:headEnd type="none" w="med" len="med"/>
            <a:tailEnd type="arrow" w="med" len="med"/>
          </a:ln>
        </p:spPr>
      </p:cxnSp>
      <p:cxnSp>
        <p:nvCxnSpPr>
          <p:cNvPr id="8" name="">
            <a:extLst xmlns:a="http://schemas.openxmlformats.org/drawingml/2006/main">
              <a:ext uri="{FF2B5EF4-FFF2-40B4-BE49-F238E27FC236}">
                <a16:creationId xmlns:a16="http://schemas.microsoft.com/office/drawing/2014/main" id="{6A5C37A8-9277-4097-B2B3-A96CFEA17B8D}"/>
              </a:ext>
            </a:extLst>
          </p:cNvPr>
          <p:cNvCxnSpPr>
            <a:stCxn xmlns:a="http://schemas.openxmlformats.org/drawingml/2006/main" id="20" idx="2"/>
            <a:endCxn xmlns:a="http://schemas.openxmlformats.org/drawingml/2006/main" id="26" idx="0"/>
          </p:cNvCxnSpPr>
          <p:nvPr/>
        </p:nvCxnSpPr>
        <p:spPr>
          <a:xfrm xmlns:a="http://schemas.openxmlformats.org/drawingml/2006/main" flipH="1">
            <a:off x="2286000" y="2714625"/>
            <a:ext cx="5014913" cy="762000"/>
          </a:xfrm>
          <a:prstGeom xmlns:a="http://schemas.openxmlformats.org/drawingml/2006/main" prst="bentConnector4">
            <a:avLst>
              <a:gd name="adj1" fmla="val 0"/>
              <a:gd name="adj2" fmla="val 50000"/>
            </a:avLst>
          </a:prstGeom>
          <a:ln xmlns:a="http://schemas.openxmlformats.org/drawingml/2006/main" w="19050">
            <a:solidFill>
              <a:srgbClr val="5E6C80"/>
            </a:solidFill>
            <a:prstDash val="solid"/>
            <a:headEnd type="none" w="med" len="med"/>
            <a:tailEnd type="arrow" w="med" len="med"/>
          </a:ln>
        </p:spPr>
      </p:cxnSp>
      <p:cxnSp>
        <p:nvCxnSpPr>
          <p:cNvPr id="9" name="">
            <a:extLst xmlns:a="http://schemas.openxmlformats.org/drawingml/2006/main">
              <a:ext uri="{FF2B5EF4-FFF2-40B4-BE49-F238E27FC236}">
                <a16:creationId xmlns:a16="http://schemas.microsoft.com/office/drawing/2014/main" id="{FF14685E-5D0A-41FC-9E40-CEBD55FDFC2C}"/>
              </a:ext>
            </a:extLst>
          </p:cNvPr>
          <p:cNvCxnSpPr>
            <a:stCxn xmlns:a="http://schemas.openxmlformats.org/drawingml/2006/main" id="17" idx="3"/>
            <a:endCxn xmlns:a="http://schemas.openxmlformats.org/drawingml/2006/main" id="20" idx="1"/>
          </p:cNvCxnSpPr>
          <p:nvPr/>
        </p:nvCxnSpPr>
        <p:spPr>
          <a:xfrm xmlns:a="http://schemas.openxmlformats.org/drawingml/2006/main">
            <a:off x="5705475" y="2143125"/>
            <a:ext cx="428625" cy="0"/>
          </a:xfrm>
          <a:prstGeom xmlns:a="http://schemas.openxmlformats.org/drawingml/2006/main" prst="straightConnector1">
            <a:avLst/>
          </a:prstGeom>
          <a:ln xmlns:a="http://schemas.openxmlformats.org/drawingml/2006/main" w="19050">
            <a:solidFill>
              <a:srgbClr val="5E6C80"/>
            </a:solidFill>
            <a:prstDash val="solid"/>
            <a:headEnd type="none" w="med" len="med"/>
            <a:tailEnd type="arrow" w="med" len="med"/>
          </a:ln>
        </p:spPr>
      </p:cxnSp>
      <p:cxnSp>
        <p:nvCxnSpPr>
          <p:cNvPr id="10" name="">
            <a:extLst xmlns:a="http://schemas.openxmlformats.org/drawingml/2006/main">
              <a:ext uri="{FF2B5EF4-FFF2-40B4-BE49-F238E27FC236}">
                <a16:creationId xmlns:a16="http://schemas.microsoft.com/office/drawing/2014/main" id="{420E0DE3-4F3C-4019-8325-CFF1D05706B9}"/>
              </a:ext>
            </a:extLst>
          </p:cNvPr>
          <p:cNvCxnSpPr>
            <a:stCxn xmlns:a="http://schemas.openxmlformats.org/drawingml/2006/main" id="14" idx="3"/>
            <a:endCxn xmlns:a="http://schemas.openxmlformats.org/drawingml/2006/main" id="17" idx="1"/>
          </p:cNvCxnSpPr>
          <p:nvPr/>
        </p:nvCxnSpPr>
        <p:spPr>
          <a:xfrm xmlns:a="http://schemas.openxmlformats.org/drawingml/2006/main">
            <a:off x="2943225" y="2143125"/>
            <a:ext cx="428625" cy="0"/>
          </a:xfrm>
          <a:prstGeom xmlns:a="http://schemas.openxmlformats.org/drawingml/2006/main" prst="straightConnector1">
            <a:avLst/>
          </a:prstGeom>
          <a:ln xmlns:a="http://schemas.openxmlformats.org/drawingml/2006/main" w="19050">
            <a:solidFill>
              <a:srgbClr val="5E6C80"/>
            </a:solidFill>
            <a:prstDash val="solid"/>
            <a:headEnd type="none" w="med" len="med"/>
            <a:tailEnd type="arrow" w="med" len="med"/>
          </a:ln>
        </p:spPr>
      </p:cxnSp>
      <p:sp>
        <p:nvSpPr>
          <p:cNvPr id="11" name="slide-title">
            <a:extLst xmlns:a="http://schemas.openxmlformats.org/drawingml/2006/main">
              <a:ext uri="{FF2B5EF4-FFF2-40B4-BE49-F238E27FC236}">
                <a16:creationId xmlns:a16="http://schemas.microsoft.com/office/drawing/2014/main" id="{067BEA36-2B01-4FB3-85FB-2AF70BB5DEEC}"/>
              </a:ext>
            </a:extLst>
          </p:cNvPr>
          <p:cNvSpPr>
            <a:spLocks xmlns:a="http://schemas.openxmlformats.org/drawingml/2006/main" noGrp="1"/>
          </p:cNvSpPr>
          <p:nvPr/>
        </p:nvSpPr>
        <p:spPr>
          <a:xfrm xmlns:a="http://schemas.openxmlformats.org/drawingml/2006/main">
            <a:off x="609600" y="5143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43B"/>
                </a:solidFill>
                <a:latin typeface="Arial"/>
                <a:ea typeface="Arial"/>
                <a:cs typeface="Arial"/>
              </a:defRPr>
            </a:defPPr>
            <a:lvl1pPr algn="l">
              <a:defRPr sz="3300" b="1">
                <a:solidFill>
                  <a:srgbClr val="17243B"/>
                </a:solidFill>
                <a:latin typeface="Arial"/>
                <a:ea typeface="Arial"/>
                <a:cs typeface="Arial"/>
              </a:defRPr>
            </a:lvl1pPr>
            <a:lvl2pPr algn="l">
              <a:defRPr sz="3300" b="1">
                <a:solidFill>
                  <a:srgbClr val="17243B"/>
                </a:solidFill>
                <a:latin typeface="Arial"/>
                <a:ea typeface="Arial"/>
                <a:cs typeface="Arial"/>
              </a:defRPr>
            </a:lvl2pPr>
            <a:lvl3pPr algn="l">
              <a:defRPr sz="3300" b="1">
                <a:solidFill>
                  <a:srgbClr val="17243B"/>
                </a:solidFill>
                <a:latin typeface="Arial"/>
                <a:ea typeface="Arial"/>
                <a:cs typeface="Arial"/>
              </a:defRPr>
            </a:lvl3pPr>
            <a:lvl4pPr algn="l">
              <a:defRPr sz="3300" b="1">
                <a:solidFill>
                  <a:srgbClr val="17243B"/>
                </a:solidFill>
                <a:latin typeface="Arial"/>
                <a:ea typeface="Arial"/>
                <a:cs typeface="Arial"/>
              </a:defRPr>
            </a:lvl4pPr>
            <a:lvl5pPr algn="l">
              <a:defRPr sz="3300" b="1">
                <a:solidFill>
                  <a:srgbClr val="17243B"/>
                </a:solidFill>
                <a:latin typeface="Arial"/>
                <a:ea typeface="Arial"/>
                <a:cs typeface="Arial"/>
              </a:defRPr>
            </a:lvl5pPr>
            <a:lvl6pPr algn="l">
              <a:defRPr sz="3300" b="1">
                <a:solidFill>
                  <a:srgbClr val="17243B"/>
                </a:solidFill>
                <a:latin typeface="Arial"/>
                <a:ea typeface="Arial"/>
                <a:cs typeface="Arial"/>
              </a:defRPr>
            </a:lvl6pPr>
            <a:lvl7pPr algn="l">
              <a:defRPr sz="3300" b="1">
                <a:solidFill>
                  <a:srgbClr val="17243B"/>
                </a:solidFill>
                <a:latin typeface="Arial"/>
                <a:ea typeface="Arial"/>
                <a:cs typeface="Arial"/>
              </a:defRPr>
            </a:lvl7pPr>
            <a:lvl8pPr algn="l">
              <a:defRPr sz="3300" b="1">
                <a:solidFill>
                  <a:srgbClr val="17243B"/>
                </a:solidFill>
                <a:latin typeface="Arial"/>
                <a:ea typeface="Arial"/>
                <a:cs typeface="Arial"/>
              </a:defRPr>
            </a:lvl8pPr>
            <a:lvl9pPr algn="l">
              <a:defRPr sz="3300" b="1">
                <a:solidFill>
                  <a:srgbClr val="17243B"/>
                </a:solidFill>
                <a:latin typeface="Arial"/>
                <a:ea typeface="Arial"/>
                <a:cs typeface="Arial"/>
              </a:defRPr>
            </a:lvl9pPr>
          </a:lstStyle>
          <a:p xmlns:a="http://schemas.openxmlformats.org/drawingml/2006/main">
            <a:pPr algn="l">
              <a:defRPr sz="3300" b="1">
                <a:solidFill>
                  <a:srgbClr val="17243B"/>
                </a:solidFill>
                <a:latin typeface="Arial"/>
                <a:ea typeface="Arial"/>
                <a:cs typeface="Arial"/>
              </a:defRPr>
            </a:pPr>
            <a:r>
              <a:rPr sz="3300" b="1">
                <a:solidFill>
                  <a:srgbClr val="17243B"/>
                </a:solidFill>
                <a:latin typeface="Arial"/>
                <a:ea typeface="Arial"/>
                <a:cs typeface="Arial"/>
              </a:rPr>
              <a:t>System architecture</a:t>
            </a:r>
          </a:p>
        </p:txBody>
      </p:sp>
      <p:sp>
        <p:nvSpPr>
          <p:cNvPr id="12" name="footer-brand">
            <a:extLst xmlns:a="http://schemas.openxmlformats.org/drawingml/2006/main">
              <a:ext uri="{FF2B5EF4-FFF2-40B4-BE49-F238E27FC236}">
                <a16:creationId xmlns:a16="http://schemas.microsoft.com/office/drawing/2014/main" id="{B7FCC94D-EBDD-4486-92B9-734972372307}"/>
              </a:ext>
            </a:extLst>
          </p:cNvPr>
          <p:cNvSpPr>
            <a:spLocks xmlns:a="http://schemas.openxmlformats.org/drawingml/2006/main" noGrp="1"/>
          </p:cNvSpPr>
          <p:nvPr/>
        </p:nvSpPr>
        <p:spPr>
          <a:xfrm xmlns:a="http://schemas.openxmlformats.org/drawingml/2006/main">
            <a:off x="60960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E6C80"/>
                </a:solidFill>
                <a:latin typeface="Arial"/>
                <a:ea typeface="Arial"/>
                <a:cs typeface="Arial"/>
              </a:defRPr>
            </a:defPPr>
            <a:lvl1pPr algn="l">
              <a:defRPr sz="1200" b="0">
                <a:solidFill>
                  <a:srgbClr val="5E6C80"/>
                </a:solidFill>
                <a:latin typeface="Arial"/>
                <a:ea typeface="Arial"/>
                <a:cs typeface="Arial"/>
              </a:defRPr>
            </a:lvl1pPr>
            <a:lvl2pPr algn="l">
              <a:defRPr sz="1200" b="0">
                <a:solidFill>
                  <a:srgbClr val="5E6C80"/>
                </a:solidFill>
                <a:latin typeface="Arial"/>
                <a:ea typeface="Arial"/>
                <a:cs typeface="Arial"/>
              </a:defRPr>
            </a:lvl2pPr>
            <a:lvl3pPr algn="l">
              <a:defRPr sz="1200" b="0">
                <a:solidFill>
                  <a:srgbClr val="5E6C80"/>
                </a:solidFill>
                <a:latin typeface="Arial"/>
                <a:ea typeface="Arial"/>
                <a:cs typeface="Arial"/>
              </a:defRPr>
            </a:lvl3pPr>
            <a:lvl4pPr algn="l">
              <a:defRPr sz="1200" b="0">
                <a:solidFill>
                  <a:srgbClr val="5E6C80"/>
                </a:solidFill>
                <a:latin typeface="Arial"/>
                <a:ea typeface="Arial"/>
                <a:cs typeface="Arial"/>
              </a:defRPr>
            </a:lvl4pPr>
            <a:lvl5pPr algn="l">
              <a:defRPr sz="1200" b="0">
                <a:solidFill>
                  <a:srgbClr val="5E6C80"/>
                </a:solidFill>
                <a:latin typeface="Arial"/>
                <a:ea typeface="Arial"/>
                <a:cs typeface="Arial"/>
              </a:defRPr>
            </a:lvl5pPr>
            <a:lvl6pPr algn="l">
              <a:defRPr sz="1200" b="0">
                <a:solidFill>
                  <a:srgbClr val="5E6C80"/>
                </a:solidFill>
                <a:latin typeface="Arial"/>
                <a:ea typeface="Arial"/>
                <a:cs typeface="Arial"/>
              </a:defRPr>
            </a:lvl6pPr>
            <a:lvl7pPr algn="l">
              <a:defRPr sz="1200" b="0">
                <a:solidFill>
                  <a:srgbClr val="5E6C80"/>
                </a:solidFill>
                <a:latin typeface="Arial"/>
                <a:ea typeface="Arial"/>
                <a:cs typeface="Arial"/>
              </a:defRPr>
            </a:lvl7pPr>
            <a:lvl8pPr algn="l">
              <a:defRPr sz="1200" b="0">
                <a:solidFill>
                  <a:srgbClr val="5E6C80"/>
                </a:solidFill>
                <a:latin typeface="Arial"/>
                <a:ea typeface="Arial"/>
                <a:cs typeface="Arial"/>
              </a:defRPr>
            </a:lvl8pPr>
            <a:lvl9pPr algn="l">
              <a:defRPr sz="1200" b="0">
                <a:solidFill>
                  <a:srgbClr val="5E6C80"/>
                </a:solidFill>
                <a:latin typeface="Arial"/>
                <a:ea typeface="Arial"/>
                <a:cs typeface="Arial"/>
              </a:defRPr>
            </a:lvl9pPr>
          </a:lstStyle>
          <a:p xmlns:a="http://schemas.openxmlformats.org/drawingml/2006/main">
            <a:pPr algn="l">
              <a:defRPr sz="1200" b="0">
                <a:solidFill>
                  <a:srgbClr val="5E6C80"/>
                </a:solidFill>
                <a:latin typeface="Arial"/>
                <a:ea typeface="Arial"/>
                <a:cs typeface="Arial"/>
              </a:defRPr>
            </a:pPr>
            <a:r>
              <a:rPr sz="1200" b="0">
                <a:solidFill>
                  <a:srgbClr val="5E6C80"/>
                </a:solidFill>
                <a:latin typeface="Arial"/>
                <a:ea typeface="Arial"/>
                <a:cs typeface="Arial"/>
              </a:rPr>
              <a:t>VeriFact AI</a:t>
            </a:r>
          </a:p>
        </p:txBody>
      </p:sp>
      <p:sp>
        <p:nvSpPr>
          <p:cNvPr id="13" name="page-number">
            <a:extLst xmlns:a="http://schemas.openxmlformats.org/drawingml/2006/main">
              <a:ext uri="{FF2B5EF4-FFF2-40B4-BE49-F238E27FC236}">
                <a16:creationId xmlns:a16="http://schemas.microsoft.com/office/drawing/2014/main" id="{598BADE2-85C3-4304-BDFE-D66FD692B1E2}"/>
              </a:ext>
            </a:extLst>
          </p:cNvPr>
          <p:cNvSpPr>
            <a:spLocks xmlns:a="http://schemas.openxmlformats.org/drawingml/2006/main" noGrp="1"/>
          </p:cNvSpPr>
          <p:nvPr/>
        </p:nvSpPr>
        <p:spPr>
          <a:xfrm xmlns:a="http://schemas.openxmlformats.org/drawingml/2006/main">
            <a:off x="10477500" y="6457950"/>
            <a:ext cx="1104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E6C80"/>
                </a:solidFill>
                <a:latin typeface="Arial"/>
                <a:ea typeface="Arial"/>
                <a:cs typeface="Arial"/>
              </a:defRPr>
            </a:defPPr>
            <a:lvl1pPr algn="r">
              <a:defRPr sz="1200" b="0">
                <a:solidFill>
                  <a:srgbClr val="5E6C80"/>
                </a:solidFill>
                <a:latin typeface="Arial"/>
                <a:ea typeface="Arial"/>
                <a:cs typeface="Arial"/>
              </a:defRPr>
            </a:lvl1pPr>
            <a:lvl2pPr algn="r">
              <a:defRPr sz="1200" b="0">
                <a:solidFill>
                  <a:srgbClr val="5E6C80"/>
                </a:solidFill>
                <a:latin typeface="Arial"/>
                <a:ea typeface="Arial"/>
                <a:cs typeface="Arial"/>
              </a:defRPr>
            </a:lvl2pPr>
            <a:lvl3pPr algn="r">
              <a:defRPr sz="1200" b="0">
                <a:solidFill>
                  <a:srgbClr val="5E6C80"/>
                </a:solidFill>
                <a:latin typeface="Arial"/>
                <a:ea typeface="Arial"/>
                <a:cs typeface="Arial"/>
              </a:defRPr>
            </a:lvl3pPr>
            <a:lvl4pPr algn="r">
              <a:defRPr sz="1200" b="0">
                <a:solidFill>
                  <a:srgbClr val="5E6C80"/>
                </a:solidFill>
                <a:latin typeface="Arial"/>
                <a:ea typeface="Arial"/>
                <a:cs typeface="Arial"/>
              </a:defRPr>
            </a:lvl4pPr>
            <a:lvl5pPr algn="r">
              <a:defRPr sz="1200" b="0">
                <a:solidFill>
                  <a:srgbClr val="5E6C80"/>
                </a:solidFill>
                <a:latin typeface="Arial"/>
                <a:ea typeface="Arial"/>
                <a:cs typeface="Arial"/>
              </a:defRPr>
            </a:lvl5pPr>
            <a:lvl6pPr algn="r">
              <a:defRPr sz="1200" b="0">
                <a:solidFill>
                  <a:srgbClr val="5E6C80"/>
                </a:solidFill>
                <a:latin typeface="Arial"/>
                <a:ea typeface="Arial"/>
                <a:cs typeface="Arial"/>
              </a:defRPr>
            </a:lvl6pPr>
            <a:lvl7pPr algn="r">
              <a:defRPr sz="1200" b="0">
                <a:solidFill>
                  <a:srgbClr val="5E6C80"/>
                </a:solidFill>
                <a:latin typeface="Arial"/>
                <a:ea typeface="Arial"/>
                <a:cs typeface="Arial"/>
              </a:defRPr>
            </a:lvl7pPr>
            <a:lvl8pPr algn="r">
              <a:defRPr sz="1200" b="0">
                <a:solidFill>
                  <a:srgbClr val="5E6C80"/>
                </a:solidFill>
                <a:latin typeface="Arial"/>
                <a:ea typeface="Arial"/>
                <a:cs typeface="Arial"/>
              </a:defRPr>
            </a:lvl8pPr>
            <a:lvl9pPr algn="r">
              <a:defRPr sz="1200" b="0">
                <a:solidFill>
                  <a:srgbClr val="5E6C80"/>
                </a:solidFill>
                <a:latin typeface="Arial"/>
                <a:ea typeface="Arial"/>
                <a:cs typeface="Arial"/>
              </a:defRPr>
            </a:lvl9pPr>
          </a:lstStyle>
          <a:p xmlns:a="http://schemas.openxmlformats.org/drawingml/2006/main">
            <a:pPr algn="r">
              <a:defRPr sz="1200" b="0">
                <a:solidFill>
                  <a:srgbClr val="5E6C80"/>
                </a:solidFill>
                <a:latin typeface="Arial"/>
                <a:ea typeface="Arial"/>
                <a:cs typeface="Arial"/>
              </a:defRPr>
            </a:pPr>
            <a:r>
              <a:rPr sz="1200" b="0">
                <a:solidFill>
                  <a:srgbClr val="5E6C80"/>
                </a:solidFill>
                <a:latin typeface="Arial"/>
                <a:ea typeface="Arial"/>
                <a:cs typeface="Arial"/>
              </a:rPr>
              <a:t>04 / 08</a:t>
            </a:r>
          </a:p>
        </p:txBody>
      </p:sp>
      <p:sp>
        <p:nvSpPr>
          <p:cNvPr id="14" name="diagram-node-Article input">
            <a:extLst xmlns:a="http://schemas.openxmlformats.org/drawingml/2006/main">
              <a:ext uri="{FF2B5EF4-FFF2-40B4-BE49-F238E27FC236}">
                <a16:creationId xmlns:a16="http://schemas.microsoft.com/office/drawing/2014/main" id="{A70C8B50-A95F-4453-AFC6-A320F9F04BC5}"/>
              </a:ext>
            </a:extLst>
          </p:cNvPr>
          <p:cNvSpPr>
            <a:spLocks xmlns:a="http://schemas.openxmlformats.org/drawingml/2006/main" noGrp="1"/>
          </p:cNvSpPr>
          <p:nvPr/>
        </p:nvSpPr>
        <p:spPr>
          <a:xfrm xmlns:a="http://schemas.openxmlformats.org/drawingml/2006/main">
            <a:off x="609600" y="1571625"/>
            <a:ext cx="2333625" cy="1143000"/>
          </a:xfrm>
          <a:prstGeom xmlns:a="http://schemas.openxmlformats.org/drawingml/2006/main" prst="rect">
            <a:avLst/>
          </a:prstGeom>
          <a:solidFill xmlns:a="http://schemas.openxmlformats.org/drawingml/2006/main">
            <a:srgbClr val="F4F1FC"/>
          </a:solidFill>
          <a:ln xmlns:a="http://schemas.openxmlformats.org/drawingml/2006/main" w="11430">
            <a:solidFill>
              <a:srgbClr val="7052D9"/>
            </a:solidFill>
          </a:ln>
        </p:spPr>
      </p:sp>
      <p:sp>
        <p:nvSpPr>
          <p:cNvPr id="15" name="text">
            <a:extLst xmlns:a="http://schemas.openxmlformats.org/drawingml/2006/main">
              <a:ext uri="{FF2B5EF4-FFF2-40B4-BE49-F238E27FC236}">
                <a16:creationId xmlns:a16="http://schemas.microsoft.com/office/drawing/2014/main" id="{9AE85DDA-9BC8-424C-8117-CB2F3A246953}"/>
              </a:ext>
            </a:extLst>
          </p:cNvPr>
          <p:cNvSpPr>
            <a:spLocks xmlns:a="http://schemas.openxmlformats.org/drawingml/2006/main" noGrp="1"/>
          </p:cNvSpPr>
          <p:nvPr/>
        </p:nvSpPr>
        <p:spPr>
          <a:xfrm xmlns:a="http://schemas.openxmlformats.org/drawingml/2006/main">
            <a:off x="781050" y="1714500"/>
            <a:ext cx="1990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7052D9"/>
                </a:solidFill>
                <a:latin typeface="Arial"/>
                <a:ea typeface="Arial"/>
                <a:cs typeface="Arial"/>
              </a:defRPr>
            </a:defPPr>
            <a:lvl1pPr algn="l">
              <a:defRPr sz="1875" b="1">
                <a:solidFill>
                  <a:srgbClr val="7052D9"/>
                </a:solidFill>
                <a:latin typeface="Arial"/>
                <a:ea typeface="Arial"/>
                <a:cs typeface="Arial"/>
              </a:defRPr>
            </a:lvl1pPr>
            <a:lvl2pPr algn="l">
              <a:defRPr sz="1875" b="1">
                <a:solidFill>
                  <a:srgbClr val="7052D9"/>
                </a:solidFill>
                <a:latin typeface="Arial"/>
                <a:ea typeface="Arial"/>
                <a:cs typeface="Arial"/>
              </a:defRPr>
            </a:lvl2pPr>
            <a:lvl3pPr algn="l">
              <a:defRPr sz="1875" b="1">
                <a:solidFill>
                  <a:srgbClr val="7052D9"/>
                </a:solidFill>
                <a:latin typeface="Arial"/>
                <a:ea typeface="Arial"/>
                <a:cs typeface="Arial"/>
              </a:defRPr>
            </a:lvl3pPr>
            <a:lvl4pPr algn="l">
              <a:defRPr sz="1875" b="1">
                <a:solidFill>
                  <a:srgbClr val="7052D9"/>
                </a:solidFill>
                <a:latin typeface="Arial"/>
                <a:ea typeface="Arial"/>
                <a:cs typeface="Arial"/>
              </a:defRPr>
            </a:lvl4pPr>
            <a:lvl5pPr algn="l">
              <a:defRPr sz="1875" b="1">
                <a:solidFill>
                  <a:srgbClr val="7052D9"/>
                </a:solidFill>
                <a:latin typeface="Arial"/>
                <a:ea typeface="Arial"/>
                <a:cs typeface="Arial"/>
              </a:defRPr>
            </a:lvl5pPr>
            <a:lvl6pPr algn="l">
              <a:defRPr sz="1875" b="1">
                <a:solidFill>
                  <a:srgbClr val="7052D9"/>
                </a:solidFill>
                <a:latin typeface="Arial"/>
                <a:ea typeface="Arial"/>
                <a:cs typeface="Arial"/>
              </a:defRPr>
            </a:lvl6pPr>
            <a:lvl7pPr algn="l">
              <a:defRPr sz="1875" b="1">
                <a:solidFill>
                  <a:srgbClr val="7052D9"/>
                </a:solidFill>
                <a:latin typeface="Arial"/>
                <a:ea typeface="Arial"/>
                <a:cs typeface="Arial"/>
              </a:defRPr>
            </a:lvl7pPr>
            <a:lvl8pPr algn="l">
              <a:defRPr sz="1875" b="1">
                <a:solidFill>
                  <a:srgbClr val="7052D9"/>
                </a:solidFill>
                <a:latin typeface="Arial"/>
                <a:ea typeface="Arial"/>
                <a:cs typeface="Arial"/>
              </a:defRPr>
            </a:lvl8pPr>
            <a:lvl9pPr algn="l">
              <a:defRPr sz="1875" b="1">
                <a:solidFill>
                  <a:srgbClr val="7052D9"/>
                </a:solidFill>
                <a:latin typeface="Arial"/>
                <a:ea typeface="Arial"/>
                <a:cs typeface="Arial"/>
              </a:defRPr>
            </a:lvl9pPr>
          </a:lstStyle>
          <a:p xmlns:a="http://schemas.openxmlformats.org/drawingml/2006/main">
            <a:pPr algn="l">
              <a:defRPr sz="1875" b="1">
                <a:solidFill>
                  <a:srgbClr val="7052D9"/>
                </a:solidFill>
                <a:latin typeface="Arial"/>
                <a:ea typeface="Arial"/>
                <a:cs typeface="Arial"/>
              </a:defRPr>
            </a:pPr>
            <a:r>
              <a:rPr sz="1875" b="1">
                <a:solidFill>
                  <a:srgbClr val="7052D9"/>
                </a:solidFill>
                <a:latin typeface="Arial"/>
                <a:ea typeface="Arial"/>
                <a:cs typeface="Arial"/>
              </a:rPr>
              <a:t>Article input</a:t>
            </a:r>
          </a:p>
        </p:txBody>
      </p:sp>
      <p:sp>
        <p:nvSpPr>
          <p:cNvPr id="16" name="text">
            <a:extLst xmlns:a="http://schemas.openxmlformats.org/drawingml/2006/main">
              <a:ext uri="{FF2B5EF4-FFF2-40B4-BE49-F238E27FC236}">
                <a16:creationId xmlns:a16="http://schemas.microsoft.com/office/drawing/2014/main" id="{079D9888-2146-4D8C-8458-DCE1F5507F91}"/>
              </a:ext>
            </a:extLst>
          </p:cNvPr>
          <p:cNvSpPr>
            <a:spLocks xmlns:a="http://schemas.openxmlformats.org/drawingml/2006/main" noGrp="1"/>
          </p:cNvSpPr>
          <p:nvPr/>
        </p:nvSpPr>
        <p:spPr>
          <a:xfrm xmlns:a="http://schemas.openxmlformats.org/drawingml/2006/main">
            <a:off x="781050" y="2124075"/>
            <a:ext cx="19907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6354C"/>
                </a:solidFill>
                <a:latin typeface="Arial"/>
                <a:ea typeface="Arial"/>
                <a:cs typeface="Arial"/>
              </a:defRPr>
            </a:defPPr>
            <a:lvl1pPr algn="l">
              <a:defRPr sz="1650" b="0">
                <a:solidFill>
                  <a:srgbClr val="26354C"/>
                </a:solidFill>
                <a:latin typeface="Arial"/>
                <a:ea typeface="Arial"/>
                <a:cs typeface="Arial"/>
              </a:defRPr>
            </a:lvl1pPr>
            <a:lvl2pPr algn="l">
              <a:defRPr sz="1650" b="0">
                <a:solidFill>
                  <a:srgbClr val="26354C"/>
                </a:solidFill>
                <a:latin typeface="Arial"/>
                <a:ea typeface="Arial"/>
                <a:cs typeface="Arial"/>
              </a:defRPr>
            </a:lvl2pPr>
            <a:lvl3pPr algn="l">
              <a:defRPr sz="1650" b="0">
                <a:solidFill>
                  <a:srgbClr val="26354C"/>
                </a:solidFill>
                <a:latin typeface="Arial"/>
                <a:ea typeface="Arial"/>
                <a:cs typeface="Arial"/>
              </a:defRPr>
            </a:lvl3pPr>
            <a:lvl4pPr algn="l">
              <a:defRPr sz="1650" b="0">
                <a:solidFill>
                  <a:srgbClr val="26354C"/>
                </a:solidFill>
                <a:latin typeface="Arial"/>
                <a:ea typeface="Arial"/>
                <a:cs typeface="Arial"/>
              </a:defRPr>
            </a:lvl4pPr>
            <a:lvl5pPr algn="l">
              <a:defRPr sz="1650" b="0">
                <a:solidFill>
                  <a:srgbClr val="26354C"/>
                </a:solidFill>
                <a:latin typeface="Arial"/>
                <a:ea typeface="Arial"/>
                <a:cs typeface="Arial"/>
              </a:defRPr>
            </a:lvl5pPr>
            <a:lvl6pPr algn="l">
              <a:defRPr sz="1650" b="0">
                <a:solidFill>
                  <a:srgbClr val="26354C"/>
                </a:solidFill>
                <a:latin typeface="Arial"/>
                <a:ea typeface="Arial"/>
                <a:cs typeface="Arial"/>
              </a:defRPr>
            </a:lvl6pPr>
            <a:lvl7pPr algn="l">
              <a:defRPr sz="1650" b="0">
                <a:solidFill>
                  <a:srgbClr val="26354C"/>
                </a:solidFill>
                <a:latin typeface="Arial"/>
                <a:ea typeface="Arial"/>
                <a:cs typeface="Arial"/>
              </a:defRPr>
            </a:lvl7pPr>
            <a:lvl8pPr algn="l">
              <a:defRPr sz="1650" b="0">
                <a:solidFill>
                  <a:srgbClr val="26354C"/>
                </a:solidFill>
                <a:latin typeface="Arial"/>
                <a:ea typeface="Arial"/>
                <a:cs typeface="Arial"/>
              </a:defRPr>
            </a:lvl8pPr>
            <a:lvl9pPr algn="l">
              <a:defRPr sz="1650" b="0">
                <a:solidFill>
                  <a:srgbClr val="26354C"/>
                </a:solidFill>
                <a:latin typeface="Arial"/>
                <a:ea typeface="Arial"/>
                <a:cs typeface="Arial"/>
              </a:defRPr>
            </a:lvl9pPr>
          </a:lstStyle>
          <a:p xmlns:a="http://schemas.openxmlformats.org/drawingml/2006/main">
            <a:pPr algn="l">
              <a:defRPr sz="1650" b="0">
                <a:solidFill>
                  <a:srgbClr val="26354C"/>
                </a:solidFill>
                <a:latin typeface="Arial"/>
                <a:ea typeface="Arial"/>
                <a:cs typeface="Arial"/>
              </a:defRPr>
            </a:pPr>
            <a:r>
              <a:rPr sz="1650" b="0">
                <a:solidFill>
                  <a:srgbClr val="26354C"/>
                </a:solidFill>
                <a:latin typeface="Arial"/>
                <a:ea typeface="Arial"/>
                <a:cs typeface="Arial"/>
              </a:rPr>
              <a:t>Text, public URL, TXT or PDF</a:t>
            </a:r>
          </a:p>
        </p:txBody>
      </p:sp>
      <p:sp>
        <p:nvSpPr>
          <p:cNvPr id="17" name="diagram-node-Next.js frontend">
            <a:extLst xmlns:a="http://schemas.openxmlformats.org/drawingml/2006/main">
              <a:ext uri="{FF2B5EF4-FFF2-40B4-BE49-F238E27FC236}">
                <a16:creationId xmlns:a16="http://schemas.microsoft.com/office/drawing/2014/main" id="{7EBC73D1-7D73-4132-84BC-30CB368E6837}"/>
              </a:ext>
            </a:extLst>
          </p:cNvPr>
          <p:cNvSpPr>
            <a:spLocks xmlns:a="http://schemas.openxmlformats.org/drawingml/2006/main" noGrp="1"/>
          </p:cNvSpPr>
          <p:nvPr/>
        </p:nvSpPr>
        <p:spPr>
          <a:xfrm xmlns:a="http://schemas.openxmlformats.org/drawingml/2006/main">
            <a:off x="3371850" y="1571625"/>
            <a:ext cx="2333625" cy="1143000"/>
          </a:xfrm>
          <a:prstGeom xmlns:a="http://schemas.openxmlformats.org/drawingml/2006/main" prst="rect">
            <a:avLst/>
          </a:prstGeom>
          <a:solidFill xmlns:a="http://schemas.openxmlformats.org/drawingml/2006/main">
            <a:srgbClr val="F4F1FC"/>
          </a:solidFill>
          <a:ln xmlns:a="http://schemas.openxmlformats.org/drawingml/2006/main" w="11430">
            <a:solidFill>
              <a:srgbClr val="7052D9"/>
            </a:solidFill>
          </a:ln>
        </p:spPr>
      </p:sp>
      <p:sp>
        <p:nvSpPr>
          <p:cNvPr id="18" name="text">
            <a:extLst xmlns:a="http://schemas.openxmlformats.org/drawingml/2006/main">
              <a:ext uri="{FF2B5EF4-FFF2-40B4-BE49-F238E27FC236}">
                <a16:creationId xmlns:a16="http://schemas.microsoft.com/office/drawing/2014/main" id="{5B94974E-F5C3-4089-A7DA-E120B4609DA5}"/>
              </a:ext>
            </a:extLst>
          </p:cNvPr>
          <p:cNvSpPr>
            <a:spLocks xmlns:a="http://schemas.openxmlformats.org/drawingml/2006/main" noGrp="1"/>
          </p:cNvSpPr>
          <p:nvPr/>
        </p:nvSpPr>
        <p:spPr>
          <a:xfrm xmlns:a="http://schemas.openxmlformats.org/drawingml/2006/main">
            <a:off x="3543300" y="1714500"/>
            <a:ext cx="1990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7052D9"/>
                </a:solidFill>
                <a:latin typeface="Arial"/>
                <a:ea typeface="Arial"/>
                <a:cs typeface="Arial"/>
              </a:defRPr>
            </a:defPPr>
            <a:lvl1pPr algn="l">
              <a:defRPr sz="1875" b="1">
                <a:solidFill>
                  <a:srgbClr val="7052D9"/>
                </a:solidFill>
                <a:latin typeface="Arial"/>
                <a:ea typeface="Arial"/>
                <a:cs typeface="Arial"/>
              </a:defRPr>
            </a:lvl1pPr>
            <a:lvl2pPr algn="l">
              <a:defRPr sz="1875" b="1">
                <a:solidFill>
                  <a:srgbClr val="7052D9"/>
                </a:solidFill>
                <a:latin typeface="Arial"/>
                <a:ea typeface="Arial"/>
                <a:cs typeface="Arial"/>
              </a:defRPr>
            </a:lvl2pPr>
            <a:lvl3pPr algn="l">
              <a:defRPr sz="1875" b="1">
                <a:solidFill>
                  <a:srgbClr val="7052D9"/>
                </a:solidFill>
                <a:latin typeface="Arial"/>
                <a:ea typeface="Arial"/>
                <a:cs typeface="Arial"/>
              </a:defRPr>
            </a:lvl3pPr>
            <a:lvl4pPr algn="l">
              <a:defRPr sz="1875" b="1">
                <a:solidFill>
                  <a:srgbClr val="7052D9"/>
                </a:solidFill>
                <a:latin typeface="Arial"/>
                <a:ea typeface="Arial"/>
                <a:cs typeface="Arial"/>
              </a:defRPr>
            </a:lvl4pPr>
            <a:lvl5pPr algn="l">
              <a:defRPr sz="1875" b="1">
                <a:solidFill>
                  <a:srgbClr val="7052D9"/>
                </a:solidFill>
                <a:latin typeface="Arial"/>
                <a:ea typeface="Arial"/>
                <a:cs typeface="Arial"/>
              </a:defRPr>
            </a:lvl5pPr>
            <a:lvl6pPr algn="l">
              <a:defRPr sz="1875" b="1">
                <a:solidFill>
                  <a:srgbClr val="7052D9"/>
                </a:solidFill>
                <a:latin typeface="Arial"/>
                <a:ea typeface="Arial"/>
                <a:cs typeface="Arial"/>
              </a:defRPr>
            </a:lvl6pPr>
            <a:lvl7pPr algn="l">
              <a:defRPr sz="1875" b="1">
                <a:solidFill>
                  <a:srgbClr val="7052D9"/>
                </a:solidFill>
                <a:latin typeface="Arial"/>
                <a:ea typeface="Arial"/>
                <a:cs typeface="Arial"/>
              </a:defRPr>
            </a:lvl7pPr>
            <a:lvl8pPr algn="l">
              <a:defRPr sz="1875" b="1">
                <a:solidFill>
                  <a:srgbClr val="7052D9"/>
                </a:solidFill>
                <a:latin typeface="Arial"/>
                <a:ea typeface="Arial"/>
                <a:cs typeface="Arial"/>
              </a:defRPr>
            </a:lvl8pPr>
            <a:lvl9pPr algn="l">
              <a:defRPr sz="1875" b="1">
                <a:solidFill>
                  <a:srgbClr val="7052D9"/>
                </a:solidFill>
                <a:latin typeface="Arial"/>
                <a:ea typeface="Arial"/>
                <a:cs typeface="Arial"/>
              </a:defRPr>
            </a:lvl9pPr>
          </a:lstStyle>
          <a:p xmlns:a="http://schemas.openxmlformats.org/drawingml/2006/main">
            <a:pPr algn="l">
              <a:defRPr sz="1875" b="1">
                <a:solidFill>
                  <a:srgbClr val="7052D9"/>
                </a:solidFill>
                <a:latin typeface="Arial"/>
                <a:ea typeface="Arial"/>
                <a:cs typeface="Arial"/>
              </a:defRPr>
            </a:pPr>
            <a:r>
              <a:rPr sz="1875" b="1">
                <a:solidFill>
                  <a:srgbClr val="7052D9"/>
                </a:solidFill>
                <a:latin typeface="Arial"/>
                <a:ea typeface="Arial"/>
                <a:cs typeface="Arial"/>
              </a:rPr>
              <a:t>Next.js frontend</a:t>
            </a:r>
          </a:p>
        </p:txBody>
      </p:sp>
      <p:sp>
        <p:nvSpPr>
          <p:cNvPr id="19" name="text">
            <a:extLst xmlns:a="http://schemas.openxmlformats.org/drawingml/2006/main">
              <a:ext uri="{FF2B5EF4-FFF2-40B4-BE49-F238E27FC236}">
                <a16:creationId xmlns:a16="http://schemas.microsoft.com/office/drawing/2014/main" id="{C8A6D9A8-9CE7-4BB2-9C6C-6C1F26904D65}"/>
              </a:ext>
            </a:extLst>
          </p:cNvPr>
          <p:cNvSpPr>
            <a:spLocks xmlns:a="http://schemas.openxmlformats.org/drawingml/2006/main" noGrp="1"/>
          </p:cNvSpPr>
          <p:nvPr/>
        </p:nvSpPr>
        <p:spPr>
          <a:xfrm xmlns:a="http://schemas.openxmlformats.org/drawingml/2006/main">
            <a:off x="3543300" y="2124075"/>
            <a:ext cx="19907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6354C"/>
                </a:solidFill>
                <a:latin typeface="Arial"/>
                <a:ea typeface="Arial"/>
                <a:cs typeface="Arial"/>
              </a:defRPr>
            </a:defPPr>
            <a:lvl1pPr algn="l">
              <a:defRPr sz="1650" b="0">
                <a:solidFill>
                  <a:srgbClr val="26354C"/>
                </a:solidFill>
                <a:latin typeface="Arial"/>
                <a:ea typeface="Arial"/>
                <a:cs typeface="Arial"/>
              </a:defRPr>
            </a:lvl1pPr>
            <a:lvl2pPr algn="l">
              <a:defRPr sz="1650" b="0">
                <a:solidFill>
                  <a:srgbClr val="26354C"/>
                </a:solidFill>
                <a:latin typeface="Arial"/>
                <a:ea typeface="Arial"/>
                <a:cs typeface="Arial"/>
              </a:defRPr>
            </a:lvl2pPr>
            <a:lvl3pPr algn="l">
              <a:defRPr sz="1650" b="0">
                <a:solidFill>
                  <a:srgbClr val="26354C"/>
                </a:solidFill>
                <a:latin typeface="Arial"/>
                <a:ea typeface="Arial"/>
                <a:cs typeface="Arial"/>
              </a:defRPr>
            </a:lvl3pPr>
            <a:lvl4pPr algn="l">
              <a:defRPr sz="1650" b="0">
                <a:solidFill>
                  <a:srgbClr val="26354C"/>
                </a:solidFill>
                <a:latin typeface="Arial"/>
                <a:ea typeface="Arial"/>
                <a:cs typeface="Arial"/>
              </a:defRPr>
            </a:lvl4pPr>
            <a:lvl5pPr algn="l">
              <a:defRPr sz="1650" b="0">
                <a:solidFill>
                  <a:srgbClr val="26354C"/>
                </a:solidFill>
                <a:latin typeface="Arial"/>
                <a:ea typeface="Arial"/>
                <a:cs typeface="Arial"/>
              </a:defRPr>
            </a:lvl5pPr>
            <a:lvl6pPr algn="l">
              <a:defRPr sz="1650" b="0">
                <a:solidFill>
                  <a:srgbClr val="26354C"/>
                </a:solidFill>
                <a:latin typeface="Arial"/>
                <a:ea typeface="Arial"/>
                <a:cs typeface="Arial"/>
              </a:defRPr>
            </a:lvl6pPr>
            <a:lvl7pPr algn="l">
              <a:defRPr sz="1650" b="0">
                <a:solidFill>
                  <a:srgbClr val="26354C"/>
                </a:solidFill>
                <a:latin typeface="Arial"/>
                <a:ea typeface="Arial"/>
                <a:cs typeface="Arial"/>
              </a:defRPr>
            </a:lvl7pPr>
            <a:lvl8pPr algn="l">
              <a:defRPr sz="1650" b="0">
                <a:solidFill>
                  <a:srgbClr val="26354C"/>
                </a:solidFill>
                <a:latin typeface="Arial"/>
                <a:ea typeface="Arial"/>
                <a:cs typeface="Arial"/>
              </a:defRPr>
            </a:lvl8pPr>
            <a:lvl9pPr algn="l">
              <a:defRPr sz="1650" b="0">
                <a:solidFill>
                  <a:srgbClr val="26354C"/>
                </a:solidFill>
                <a:latin typeface="Arial"/>
                <a:ea typeface="Arial"/>
                <a:cs typeface="Arial"/>
              </a:defRPr>
            </a:lvl9pPr>
          </a:lstStyle>
          <a:p xmlns:a="http://schemas.openxmlformats.org/drawingml/2006/main">
            <a:pPr algn="l">
              <a:defRPr sz="1650" b="0">
                <a:solidFill>
                  <a:srgbClr val="26354C"/>
                </a:solidFill>
                <a:latin typeface="Arial"/>
                <a:ea typeface="Arial"/>
                <a:cs typeface="Arial"/>
              </a:defRPr>
            </a:pPr>
            <a:r>
              <a:rPr sz="1650" b="0">
                <a:solidFill>
                  <a:srgbClr val="26354C"/>
                </a:solidFill>
                <a:latin typeface="Arial"/>
                <a:ea typeface="Arial"/>
                <a:cs typeface="Arial"/>
              </a:rPr>
              <a:t>Collects input and displays reports</a:t>
            </a:r>
          </a:p>
        </p:txBody>
      </p:sp>
      <p:sp>
        <p:nvSpPr>
          <p:cNvPr id="20" name="diagram-node-FastAPI backend">
            <a:extLst xmlns:a="http://schemas.openxmlformats.org/drawingml/2006/main">
              <a:ext uri="{FF2B5EF4-FFF2-40B4-BE49-F238E27FC236}">
                <a16:creationId xmlns:a16="http://schemas.microsoft.com/office/drawing/2014/main" id="{877C976A-C446-4D50-8213-3ADC7BC4BCA7}"/>
              </a:ext>
            </a:extLst>
          </p:cNvPr>
          <p:cNvSpPr>
            <a:spLocks xmlns:a="http://schemas.openxmlformats.org/drawingml/2006/main" noGrp="1"/>
          </p:cNvSpPr>
          <p:nvPr/>
        </p:nvSpPr>
        <p:spPr>
          <a:xfrm xmlns:a="http://schemas.openxmlformats.org/drawingml/2006/main">
            <a:off x="6134100" y="1571625"/>
            <a:ext cx="2333625" cy="1143000"/>
          </a:xfrm>
          <a:prstGeom xmlns:a="http://schemas.openxmlformats.org/drawingml/2006/main" prst="rect">
            <a:avLst/>
          </a:prstGeom>
          <a:solidFill xmlns:a="http://schemas.openxmlformats.org/drawingml/2006/main">
            <a:srgbClr val="F4F1FC"/>
          </a:solidFill>
          <a:ln xmlns:a="http://schemas.openxmlformats.org/drawingml/2006/main" w="11430">
            <a:solidFill>
              <a:srgbClr val="7052D9"/>
            </a:solidFill>
          </a:ln>
        </p:spPr>
      </p:sp>
      <p:sp>
        <p:nvSpPr>
          <p:cNvPr id="21" name="text">
            <a:extLst xmlns:a="http://schemas.openxmlformats.org/drawingml/2006/main">
              <a:ext uri="{FF2B5EF4-FFF2-40B4-BE49-F238E27FC236}">
                <a16:creationId xmlns:a16="http://schemas.microsoft.com/office/drawing/2014/main" id="{4B1771C9-54FB-41C3-A7D8-99800CE14977}"/>
              </a:ext>
            </a:extLst>
          </p:cNvPr>
          <p:cNvSpPr>
            <a:spLocks xmlns:a="http://schemas.openxmlformats.org/drawingml/2006/main" noGrp="1"/>
          </p:cNvSpPr>
          <p:nvPr/>
        </p:nvSpPr>
        <p:spPr>
          <a:xfrm xmlns:a="http://schemas.openxmlformats.org/drawingml/2006/main">
            <a:off x="6305550" y="1714500"/>
            <a:ext cx="1990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7052D9"/>
                </a:solidFill>
                <a:latin typeface="Arial"/>
                <a:ea typeface="Arial"/>
                <a:cs typeface="Arial"/>
              </a:defRPr>
            </a:defPPr>
            <a:lvl1pPr algn="l">
              <a:defRPr sz="1875" b="1">
                <a:solidFill>
                  <a:srgbClr val="7052D9"/>
                </a:solidFill>
                <a:latin typeface="Arial"/>
                <a:ea typeface="Arial"/>
                <a:cs typeface="Arial"/>
              </a:defRPr>
            </a:lvl1pPr>
            <a:lvl2pPr algn="l">
              <a:defRPr sz="1875" b="1">
                <a:solidFill>
                  <a:srgbClr val="7052D9"/>
                </a:solidFill>
                <a:latin typeface="Arial"/>
                <a:ea typeface="Arial"/>
                <a:cs typeface="Arial"/>
              </a:defRPr>
            </a:lvl2pPr>
            <a:lvl3pPr algn="l">
              <a:defRPr sz="1875" b="1">
                <a:solidFill>
                  <a:srgbClr val="7052D9"/>
                </a:solidFill>
                <a:latin typeface="Arial"/>
                <a:ea typeface="Arial"/>
                <a:cs typeface="Arial"/>
              </a:defRPr>
            </a:lvl3pPr>
            <a:lvl4pPr algn="l">
              <a:defRPr sz="1875" b="1">
                <a:solidFill>
                  <a:srgbClr val="7052D9"/>
                </a:solidFill>
                <a:latin typeface="Arial"/>
                <a:ea typeface="Arial"/>
                <a:cs typeface="Arial"/>
              </a:defRPr>
            </a:lvl4pPr>
            <a:lvl5pPr algn="l">
              <a:defRPr sz="1875" b="1">
                <a:solidFill>
                  <a:srgbClr val="7052D9"/>
                </a:solidFill>
                <a:latin typeface="Arial"/>
                <a:ea typeface="Arial"/>
                <a:cs typeface="Arial"/>
              </a:defRPr>
            </a:lvl5pPr>
            <a:lvl6pPr algn="l">
              <a:defRPr sz="1875" b="1">
                <a:solidFill>
                  <a:srgbClr val="7052D9"/>
                </a:solidFill>
                <a:latin typeface="Arial"/>
                <a:ea typeface="Arial"/>
                <a:cs typeface="Arial"/>
              </a:defRPr>
            </a:lvl6pPr>
            <a:lvl7pPr algn="l">
              <a:defRPr sz="1875" b="1">
                <a:solidFill>
                  <a:srgbClr val="7052D9"/>
                </a:solidFill>
                <a:latin typeface="Arial"/>
                <a:ea typeface="Arial"/>
                <a:cs typeface="Arial"/>
              </a:defRPr>
            </a:lvl7pPr>
            <a:lvl8pPr algn="l">
              <a:defRPr sz="1875" b="1">
                <a:solidFill>
                  <a:srgbClr val="7052D9"/>
                </a:solidFill>
                <a:latin typeface="Arial"/>
                <a:ea typeface="Arial"/>
                <a:cs typeface="Arial"/>
              </a:defRPr>
            </a:lvl8pPr>
            <a:lvl9pPr algn="l">
              <a:defRPr sz="1875" b="1">
                <a:solidFill>
                  <a:srgbClr val="7052D9"/>
                </a:solidFill>
                <a:latin typeface="Arial"/>
                <a:ea typeface="Arial"/>
                <a:cs typeface="Arial"/>
              </a:defRPr>
            </a:lvl9pPr>
          </a:lstStyle>
          <a:p xmlns:a="http://schemas.openxmlformats.org/drawingml/2006/main">
            <a:pPr algn="l">
              <a:defRPr sz="1875" b="1">
                <a:solidFill>
                  <a:srgbClr val="7052D9"/>
                </a:solidFill>
                <a:latin typeface="Arial"/>
                <a:ea typeface="Arial"/>
                <a:cs typeface="Arial"/>
              </a:defRPr>
            </a:pPr>
            <a:r>
              <a:rPr sz="1875" b="1">
                <a:solidFill>
                  <a:srgbClr val="7052D9"/>
                </a:solidFill>
                <a:latin typeface="Arial"/>
                <a:ea typeface="Arial"/>
                <a:cs typeface="Arial"/>
              </a:rPr>
              <a:t>FastAPI backend</a:t>
            </a:r>
          </a:p>
        </p:txBody>
      </p:sp>
      <p:sp>
        <p:nvSpPr>
          <p:cNvPr id="22" name="text">
            <a:extLst xmlns:a="http://schemas.openxmlformats.org/drawingml/2006/main">
              <a:ext uri="{FF2B5EF4-FFF2-40B4-BE49-F238E27FC236}">
                <a16:creationId xmlns:a16="http://schemas.microsoft.com/office/drawing/2014/main" id="{BF3F5786-8085-4FDB-8B8F-70DE8AD1D2C7}"/>
              </a:ext>
            </a:extLst>
          </p:cNvPr>
          <p:cNvSpPr>
            <a:spLocks xmlns:a="http://schemas.openxmlformats.org/drawingml/2006/main" noGrp="1"/>
          </p:cNvSpPr>
          <p:nvPr/>
        </p:nvSpPr>
        <p:spPr>
          <a:xfrm xmlns:a="http://schemas.openxmlformats.org/drawingml/2006/main">
            <a:off x="6305550" y="2124075"/>
            <a:ext cx="19907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6354C"/>
                </a:solidFill>
                <a:latin typeface="Arial"/>
                <a:ea typeface="Arial"/>
                <a:cs typeface="Arial"/>
              </a:defRPr>
            </a:defPPr>
            <a:lvl1pPr algn="l">
              <a:defRPr sz="1650" b="0">
                <a:solidFill>
                  <a:srgbClr val="26354C"/>
                </a:solidFill>
                <a:latin typeface="Arial"/>
                <a:ea typeface="Arial"/>
                <a:cs typeface="Arial"/>
              </a:defRPr>
            </a:lvl1pPr>
            <a:lvl2pPr algn="l">
              <a:defRPr sz="1650" b="0">
                <a:solidFill>
                  <a:srgbClr val="26354C"/>
                </a:solidFill>
                <a:latin typeface="Arial"/>
                <a:ea typeface="Arial"/>
                <a:cs typeface="Arial"/>
              </a:defRPr>
            </a:lvl2pPr>
            <a:lvl3pPr algn="l">
              <a:defRPr sz="1650" b="0">
                <a:solidFill>
                  <a:srgbClr val="26354C"/>
                </a:solidFill>
                <a:latin typeface="Arial"/>
                <a:ea typeface="Arial"/>
                <a:cs typeface="Arial"/>
              </a:defRPr>
            </a:lvl3pPr>
            <a:lvl4pPr algn="l">
              <a:defRPr sz="1650" b="0">
                <a:solidFill>
                  <a:srgbClr val="26354C"/>
                </a:solidFill>
                <a:latin typeface="Arial"/>
                <a:ea typeface="Arial"/>
                <a:cs typeface="Arial"/>
              </a:defRPr>
            </a:lvl4pPr>
            <a:lvl5pPr algn="l">
              <a:defRPr sz="1650" b="0">
                <a:solidFill>
                  <a:srgbClr val="26354C"/>
                </a:solidFill>
                <a:latin typeface="Arial"/>
                <a:ea typeface="Arial"/>
                <a:cs typeface="Arial"/>
              </a:defRPr>
            </a:lvl5pPr>
            <a:lvl6pPr algn="l">
              <a:defRPr sz="1650" b="0">
                <a:solidFill>
                  <a:srgbClr val="26354C"/>
                </a:solidFill>
                <a:latin typeface="Arial"/>
                <a:ea typeface="Arial"/>
                <a:cs typeface="Arial"/>
              </a:defRPr>
            </a:lvl6pPr>
            <a:lvl7pPr algn="l">
              <a:defRPr sz="1650" b="0">
                <a:solidFill>
                  <a:srgbClr val="26354C"/>
                </a:solidFill>
                <a:latin typeface="Arial"/>
                <a:ea typeface="Arial"/>
                <a:cs typeface="Arial"/>
              </a:defRPr>
            </a:lvl7pPr>
            <a:lvl8pPr algn="l">
              <a:defRPr sz="1650" b="0">
                <a:solidFill>
                  <a:srgbClr val="26354C"/>
                </a:solidFill>
                <a:latin typeface="Arial"/>
                <a:ea typeface="Arial"/>
                <a:cs typeface="Arial"/>
              </a:defRPr>
            </a:lvl8pPr>
            <a:lvl9pPr algn="l">
              <a:defRPr sz="1650" b="0">
                <a:solidFill>
                  <a:srgbClr val="26354C"/>
                </a:solidFill>
                <a:latin typeface="Arial"/>
                <a:ea typeface="Arial"/>
                <a:cs typeface="Arial"/>
              </a:defRPr>
            </a:lvl9pPr>
          </a:lstStyle>
          <a:p xmlns:a="http://schemas.openxmlformats.org/drawingml/2006/main">
            <a:pPr algn="l">
              <a:defRPr sz="1650" b="0">
                <a:solidFill>
                  <a:srgbClr val="26354C"/>
                </a:solidFill>
                <a:latin typeface="Arial"/>
                <a:ea typeface="Arial"/>
                <a:cs typeface="Arial"/>
              </a:defRPr>
            </a:pPr>
            <a:r>
              <a:rPr sz="1650" b="0">
                <a:solidFill>
                  <a:srgbClr val="26354C"/>
                </a:solidFill>
                <a:latin typeface="Arial"/>
                <a:ea typeface="Arial"/>
                <a:cs typeface="Arial"/>
              </a:rPr>
              <a:t>Validates and coordinates</a:t>
            </a:r>
          </a:p>
        </p:txBody>
      </p:sp>
      <p:sp>
        <p:nvSpPr>
          <p:cNvPr id="23" name="diagram-node-Optional evidence">
            <a:extLst xmlns:a="http://schemas.openxmlformats.org/drawingml/2006/main">
              <a:ext uri="{FF2B5EF4-FFF2-40B4-BE49-F238E27FC236}">
                <a16:creationId xmlns:a16="http://schemas.microsoft.com/office/drawing/2014/main" id="{CEC17CB6-D5C2-4B7B-83A4-4AA5A6D502DA}"/>
              </a:ext>
            </a:extLst>
          </p:cNvPr>
          <p:cNvSpPr>
            <a:spLocks xmlns:a="http://schemas.openxmlformats.org/drawingml/2006/main" noGrp="1"/>
          </p:cNvSpPr>
          <p:nvPr/>
        </p:nvSpPr>
        <p:spPr>
          <a:xfrm xmlns:a="http://schemas.openxmlformats.org/drawingml/2006/main">
            <a:off x="8896350" y="1571625"/>
            <a:ext cx="2686050" cy="1143000"/>
          </a:xfrm>
          <a:prstGeom xmlns:a="http://schemas.openxmlformats.org/drawingml/2006/main" prst="rect">
            <a:avLst/>
          </a:prstGeom>
          <a:solidFill xmlns:a="http://schemas.openxmlformats.org/drawingml/2006/main">
            <a:srgbClr val="FAF5E9"/>
          </a:solidFill>
          <a:ln xmlns:a="http://schemas.openxmlformats.org/drawingml/2006/main" w="11430">
            <a:solidFill>
              <a:srgbClr val="9C6D19"/>
            </a:solidFill>
          </a:ln>
        </p:spPr>
      </p:sp>
      <p:sp>
        <p:nvSpPr>
          <p:cNvPr id="24" name="text">
            <a:extLst xmlns:a="http://schemas.openxmlformats.org/drawingml/2006/main">
              <a:ext uri="{FF2B5EF4-FFF2-40B4-BE49-F238E27FC236}">
                <a16:creationId xmlns:a16="http://schemas.microsoft.com/office/drawing/2014/main" id="{12F038FA-1C93-4957-8E7A-9A1789E66079}"/>
              </a:ext>
            </a:extLst>
          </p:cNvPr>
          <p:cNvSpPr>
            <a:spLocks xmlns:a="http://schemas.openxmlformats.org/drawingml/2006/main" noGrp="1"/>
          </p:cNvSpPr>
          <p:nvPr/>
        </p:nvSpPr>
        <p:spPr>
          <a:xfrm xmlns:a="http://schemas.openxmlformats.org/drawingml/2006/main">
            <a:off x="9067800" y="1714500"/>
            <a:ext cx="2343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C6D19"/>
                </a:solidFill>
                <a:latin typeface="Arial"/>
                <a:ea typeface="Arial"/>
                <a:cs typeface="Arial"/>
              </a:defRPr>
            </a:defPPr>
            <a:lvl1pPr algn="l">
              <a:defRPr sz="1875" b="1">
                <a:solidFill>
                  <a:srgbClr val="9C6D19"/>
                </a:solidFill>
                <a:latin typeface="Arial"/>
                <a:ea typeface="Arial"/>
                <a:cs typeface="Arial"/>
              </a:defRPr>
            </a:lvl1pPr>
            <a:lvl2pPr algn="l">
              <a:defRPr sz="1875" b="1">
                <a:solidFill>
                  <a:srgbClr val="9C6D19"/>
                </a:solidFill>
                <a:latin typeface="Arial"/>
                <a:ea typeface="Arial"/>
                <a:cs typeface="Arial"/>
              </a:defRPr>
            </a:lvl2pPr>
            <a:lvl3pPr algn="l">
              <a:defRPr sz="1875" b="1">
                <a:solidFill>
                  <a:srgbClr val="9C6D19"/>
                </a:solidFill>
                <a:latin typeface="Arial"/>
                <a:ea typeface="Arial"/>
                <a:cs typeface="Arial"/>
              </a:defRPr>
            </a:lvl3pPr>
            <a:lvl4pPr algn="l">
              <a:defRPr sz="1875" b="1">
                <a:solidFill>
                  <a:srgbClr val="9C6D19"/>
                </a:solidFill>
                <a:latin typeface="Arial"/>
                <a:ea typeface="Arial"/>
                <a:cs typeface="Arial"/>
              </a:defRPr>
            </a:lvl4pPr>
            <a:lvl5pPr algn="l">
              <a:defRPr sz="1875" b="1">
                <a:solidFill>
                  <a:srgbClr val="9C6D19"/>
                </a:solidFill>
                <a:latin typeface="Arial"/>
                <a:ea typeface="Arial"/>
                <a:cs typeface="Arial"/>
              </a:defRPr>
            </a:lvl5pPr>
            <a:lvl6pPr algn="l">
              <a:defRPr sz="1875" b="1">
                <a:solidFill>
                  <a:srgbClr val="9C6D19"/>
                </a:solidFill>
                <a:latin typeface="Arial"/>
                <a:ea typeface="Arial"/>
                <a:cs typeface="Arial"/>
              </a:defRPr>
            </a:lvl6pPr>
            <a:lvl7pPr algn="l">
              <a:defRPr sz="1875" b="1">
                <a:solidFill>
                  <a:srgbClr val="9C6D19"/>
                </a:solidFill>
                <a:latin typeface="Arial"/>
                <a:ea typeface="Arial"/>
                <a:cs typeface="Arial"/>
              </a:defRPr>
            </a:lvl7pPr>
            <a:lvl8pPr algn="l">
              <a:defRPr sz="1875" b="1">
                <a:solidFill>
                  <a:srgbClr val="9C6D19"/>
                </a:solidFill>
                <a:latin typeface="Arial"/>
                <a:ea typeface="Arial"/>
                <a:cs typeface="Arial"/>
              </a:defRPr>
            </a:lvl8pPr>
            <a:lvl9pPr algn="l">
              <a:defRPr sz="1875" b="1">
                <a:solidFill>
                  <a:srgbClr val="9C6D19"/>
                </a:solidFill>
                <a:latin typeface="Arial"/>
                <a:ea typeface="Arial"/>
                <a:cs typeface="Arial"/>
              </a:defRPr>
            </a:lvl9pPr>
          </a:lstStyle>
          <a:p xmlns:a="http://schemas.openxmlformats.org/drawingml/2006/main">
            <a:pPr algn="l">
              <a:defRPr sz="1875" b="1">
                <a:solidFill>
                  <a:srgbClr val="9C6D19"/>
                </a:solidFill>
                <a:latin typeface="Arial"/>
                <a:ea typeface="Arial"/>
                <a:cs typeface="Arial"/>
              </a:defRPr>
            </a:pPr>
            <a:r>
              <a:rPr sz="1875" b="1">
                <a:solidFill>
                  <a:srgbClr val="9C6D19"/>
                </a:solidFill>
                <a:latin typeface="Arial"/>
                <a:ea typeface="Arial"/>
                <a:cs typeface="Arial"/>
              </a:rPr>
              <a:t>Optional evidence</a:t>
            </a:r>
          </a:p>
        </p:txBody>
      </p:sp>
      <p:sp>
        <p:nvSpPr>
          <p:cNvPr id="25" name="text">
            <a:extLst xmlns:a="http://schemas.openxmlformats.org/drawingml/2006/main">
              <a:ext uri="{FF2B5EF4-FFF2-40B4-BE49-F238E27FC236}">
                <a16:creationId xmlns:a16="http://schemas.microsoft.com/office/drawing/2014/main" id="{2F37B431-D544-479F-A52E-4B7C41D04942}"/>
              </a:ext>
            </a:extLst>
          </p:cNvPr>
          <p:cNvSpPr>
            <a:spLocks xmlns:a="http://schemas.openxmlformats.org/drawingml/2006/main" noGrp="1"/>
          </p:cNvSpPr>
          <p:nvPr/>
        </p:nvSpPr>
        <p:spPr>
          <a:xfrm xmlns:a="http://schemas.openxmlformats.org/drawingml/2006/main">
            <a:off x="9067800" y="2124075"/>
            <a:ext cx="2343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6354C"/>
                </a:solidFill>
                <a:latin typeface="Arial"/>
                <a:ea typeface="Arial"/>
                <a:cs typeface="Arial"/>
              </a:defRPr>
            </a:defPPr>
            <a:lvl1pPr algn="l">
              <a:defRPr sz="1650" b="0">
                <a:solidFill>
                  <a:srgbClr val="26354C"/>
                </a:solidFill>
                <a:latin typeface="Arial"/>
                <a:ea typeface="Arial"/>
                <a:cs typeface="Arial"/>
              </a:defRPr>
            </a:lvl1pPr>
            <a:lvl2pPr algn="l">
              <a:defRPr sz="1650" b="0">
                <a:solidFill>
                  <a:srgbClr val="26354C"/>
                </a:solidFill>
                <a:latin typeface="Arial"/>
                <a:ea typeface="Arial"/>
                <a:cs typeface="Arial"/>
              </a:defRPr>
            </a:lvl2pPr>
            <a:lvl3pPr algn="l">
              <a:defRPr sz="1650" b="0">
                <a:solidFill>
                  <a:srgbClr val="26354C"/>
                </a:solidFill>
                <a:latin typeface="Arial"/>
                <a:ea typeface="Arial"/>
                <a:cs typeface="Arial"/>
              </a:defRPr>
            </a:lvl3pPr>
            <a:lvl4pPr algn="l">
              <a:defRPr sz="1650" b="0">
                <a:solidFill>
                  <a:srgbClr val="26354C"/>
                </a:solidFill>
                <a:latin typeface="Arial"/>
                <a:ea typeface="Arial"/>
                <a:cs typeface="Arial"/>
              </a:defRPr>
            </a:lvl4pPr>
            <a:lvl5pPr algn="l">
              <a:defRPr sz="1650" b="0">
                <a:solidFill>
                  <a:srgbClr val="26354C"/>
                </a:solidFill>
                <a:latin typeface="Arial"/>
                <a:ea typeface="Arial"/>
                <a:cs typeface="Arial"/>
              </a:defRPr>
            </a:lvl5pPr>
            <a:lvl6pPr algn="l">
              <a:defRPr sz="1650" b="0">
                <a:solidFill>
                  <a:srgbClr val="26354C"/>
                </a:solidFill>
                <a:latin typeface="Arial"/>
                <a:ea typeface="Arial"/>
                <a:cs typeface="Arial"/>
              </a:defRPr>
            </a:lvl6pPr>
            <a:lvl7pPr algn="l">
              <a:defRPr sz="1650" b="0">
                <a:solidFill>
                  <a:srgbClr val="26354C"/>
                </a:solidFill>
                <a:latin typeface="Arial"/>
                <a:ea typeface="Arial"/>
                <a:cs typeface="Arial"/>
              </a:defRPr>
            </a:lvl7pPr>
            <a:lvl8pPr algn="l">
              <a:defRPr sz="1650" b="0">
                <a:solidFill>
                  <a:srgbClr val="26354C"/>
                </a:solidFill>
                <a:latin typeface="Arial"/>
                <a:ea typeface="Arial"/>
                <a:cs typeface="Arial"/>
              </a:defRPr>
            </a:lvl8pPr>
            <a:lvl9pPr algn="l">
              <a:defRPr sz="1650" b="0">
                <a:solidFill>
                  <a:srgbClr val="26354C"/>
                </a:solidFill>
                <a:latin typeface="Arial"/>
                <a:ea typeface="Arial"/>
                <a:cs typeface="Arial"/>
              </a:defRPr>
            </a:lvl9pPr>
          </a:lstStyle>
          <a:p xmlns:a="http://schemas.openxmlformats.org/drawingml/2006/main">
            <a:pPr algn="l">
              <a:defRPr sz="1650" b="0">
                <a:solidFill>
                  <a:srgbClr val="26354C"/>
                </a:solidFill>
                <a:latin typeface="Arial"/>
                <a:ea typeface="Arial"/>
                <a:cs typeface="Arial"/>
              </a:defRPr>
            </a:pPr>
            <a:r>
              <a:rPr sz="1650" b="0">
                <a:solidFill>
                  <a:srgbClr val="26354C"/>
                </a:solidFill>
                <a:latin typeface="Arial"/>
                <a:ea typeface="Arial"/>
                <a:cs typeface="Arial"/>
              </a:rPr>
              <a:t>Related fact-check search with consent</a:t>
            </a:r>
          </a:p>
        </p:txBody>
      </p:sp>
      <p:sp>
        <p:nvSpPr>
          <p:cNvPr id="26" name="diagram-node-Article classifier">
            <a:extLst xmlns:a="http://schemas.openxmlformats.org/drawingml/2006/main">
              <a:ext uri="{FF2B5EF4-FFF2-40B4-BE49-F238E27FC236}">
                <a16:creationId xmlns:a16="http://schemas.microsoft.com/office/drawing/2014/main" id="{430EB464-AE5E-4A43-AAF9-48AA86033D48}"/>
              </a:ext>
            </a:extLst>
          </p:cNvPr>
          <p:cNvSpPr>
            <a:spLocks xmlns:a="http://schemas.openxmlformats.org/drawingml/2006/main" noGrp="1"/>
          </p:cNvSpPr>
          <p:nvPr/>
        </p:nvSpPr>
        <p:spPr>
          <a:xfrm xmlns:a="http://schemas.openxmlformats.org/drawingml/2006/main">
            <a:off x="609600" y="3476625"/>
            <a:ext cx="3352800" cy="1581150"/>
          </a:xfrm>
          <a:prstGeom xmlns:a="http://schemas.openxmlformats.org/drawingml/2006/main" prst="rect">
            <a:avLst/>
          </a:prstGeom>
          <a:solidFill xmlns:a="http://schemas.openxmlformats.org/drawingml/2006/main">
            <a:srgbClr val="F4F1FC"/>
          </a:solidFill>
          <a:ln xmlns:a="http://schemas.openxmlformats.org/drawingml/2006/main" w="11430">
            <a:solidFill>
              <a:srgbClr val="7052D9"/>
            </a:solidFill>
          </a:ln>
        </p:spPr>
      </p:sp>
      <p:sp>
        <p:nvSpPr>
          <p:cNvPr id="27" name="text">
            <a:extLst xmlns:a="http://schemas.openxmlformats.org/drawingml/2006/main">
              <a:ext uri="{FF2B5EF4-FFF2-40B4-BE49-F238E27FC236}">
                <a16:creationId xmlns:a16="http://schemas.microsoft.com/office/drawing/2014/main" id="{16E3F0C2-C865-4DC0-A8C1-BD237F8FFB15}"/>
              </a:ext>
            </a:extLst>
          </p:cNvPr>
          <p:cNvSpPr>
            <a:spLocks xmlns:a="http://schemas.openxmlformats.org/drawingml/2006/main" noGrp="1"/>
          </p:cNvSpPr>
          <p:nvPr/>
        </p:nvSpPr>
        <p:spPr>
          <a:xfrm xmlns:a="http://schemas.openxmlformats.org/drawingml/2006/main">
            <a:off x="781050" y="3619500"/>
            <a:ext cx="3009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7052D9"/>
                </a:solidFill>
                <a:latin typeface="Arial"/>
                <a:ea typeface="Arial"/>
                <a:cs typeface="Arial"/>
              </a:defRPr>
            </a:defPPr>
            <a:lvl1pPr algn="l">
              <a:defRPr sz="1875" b="1">
                <a:solidFill>
                  <a:srgbClr val="7052D9"/>
                </a:solidFill>
                <a:latin typeface="Arial"/>
                <a:ea typeface="Arial"/>
                <a:cs typeface="Arial"/>
              </a:defRPr>
            </a:lvl1pPr>
            <a:lvl2pPr algn="l">
              <a:defRPr sz="1875" b="1">
                <a:solidFill>
                  <a:srgbClr val="7052D9"/>
                </a:solidFill>
                <a:latin typeface="Arial"/>
                <a:ea typeface="Arial"/>
                <a:cs typeface="Arial"/>
              </a:defRPr>
            </a:lvl2pPr>
            <a:lvl3pPr algn="l">
              <a:defRPr sz="1875" b="1">
                <a:solidFill>
                  <a:srgbClr val="7052D9"/>
                </a:solidFill>
                <a:latin typeface="Arial"/>
                <a:ea typeface="Arial"/>
                <a:cs typeface="Arial"/>
              </a:defRPr>
            </a:lvl3pPr>
            <a:lvl4pPr algn="l">
              <a:defRPr sz="1875" b="1">
                <a:solidFill>
                  <a:srgbClr val="7052D9"/>
                </a:solidFill>
                <a:latin typeface="Arial"/>
                <a:ea typeface="Arial"/>
                <a:cs typeface="Arial"/>
              </a:defRPr>
            </a:lvl4pPr>
            <a:lvl5pPr algn="l">
              <a:defRPr sz="1875" b="1">
                <a:solidFill>
                  <a:srgbClr val="7052D9"/>
                </a:solidFill>
                <a:latin typeface="Arial"/>
                <a:ea typeface="Arial"/>
                <a:cs typeface="Arial"/>
              </a:defRPr>
            </a:lvl5pPr>
            <a:lvl6pPr algn="l">
              <a:defRPr sz="1875" b="1">
                <a:solidFill>
                  <a:srgbClr val="7052D9"/>
                </a:solidFill>
                <a:latin typeface="Arial"/>
                <a:ea typeface="Arial"/>
                <a:cs typeface="Arial"/>
              </a:defRPr>
            </a:lvl6pPr>
            <a:lvl7pPr algn="l">
              <a:defRPr sz="1875" b="1">
                <a:solidFill>
                  <a:srgbClr val="7052D9"/>
                </a:solidFill>
                <a:latin typeface="Arial"/>
                <a:ea typeface="Arial"/>
                <a:cs typeface="Arial"/>
              </a:defRPr>
            </a:lvl7pPr>
            <a:lvl8pPr algn="l">
              <a:defRPr sz="1875" b="1">
                <a:solidFill>
                  <a:srgbClr val="7052D9"/>
                </a:solidFill>
                <a:latin typeface="Arial"/>
                <a:ea typeface="Arial"/>
                <a:cs typeface="Arial"/>
              </a:defRPr>
            </a:lvl8pPr>
            <a:lvl9pPr algn="l">
              <a:defRPr sz="1875" b="1">
                <a:solidFill>
                  <a:srgbClr val="7052D9"/>
                </a:solidFill>
                <a:latin typeface="Arial"/>
                <a:ea typeface="Arial"/>
                <a:cs typeface="Arial"/>
              </a:defRPr>
            </a:lvl9pPr>
          </a:lstStyle>
          <a:p xmlns:a="http://schemas.openxmlformats.org/drawingml/2006/main">
            <a:pPr algn="l">
              <a:defRPr sz="1875" b="1">
                <a:solidFill>
                  <a:srgbClr val="7052D9"/>
                </a:solidFill>
                <a:latin typeface="Arial"/>
                <a:ea typeface="Arial"/>
                <a:cs typeface="Arial"/>
              </a:defRPr>
            </a:pPr>
            <a:r>
              <a:rPr sz="1875" b="1">
                <a:solidFill>
                  <a:srgbClr val="7052D9"/>
                </a:solidFill>
                <a:latin typeface="Arial"/>
                <a:ea typeface="Arial"/>
                <a:cs typeface="Arial"/>
              </a:rPr>
              <a:t>Article classifier</a:t>
            </a:r>
          </a:p>
        </p:txBody>
      </p:sp>
      <p:sp>
        <p:nvSpPr>
          <p:cNvPr id="28" name="text">
            <a:extLst xmlns:a="http://schemas.openxmlformats.org/drawingml/2006/main">
              <a:ext uri="{FF2B5EF4-FFF2-40B4-BE49-F238E27FC236}">
                <a16:creationId xmlns:a16="http://schemas.microsoft.com/office/drawing/2014/main" id="{E21AB24C-22EF-4A2E-9DBC-EC9D46006484}"/>
              </a:ext>
            </a:extLst>
          </p:cNvPr>
          <p:cNvSpPr>
            <a:spLocks xmlns:a="http://schemas.openxmlformats.org/drawingml/2006/main" noGrp="1"/>
          </p:cNvSpPr>
          <p:nvPr/>
        </p:nvSpPr>
        <p:spPr>
          <a:xfrm xmlns:a="http://schemas.openxmlformats.org/drawingml/2006/main">
            <a:off x="781050" y="4029075"/>
            <a:ext cx="30099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6354C"/>
                </a:solidFill>
                <a:latin typeface="Arial"/>
                <a:ea typeface="Arial"/>
                <a:cs typeface="Arial"/>
              </a:defRPr>
            </a:defPPr>
            <a:lvl1pPr algn="l">
              <a:defRPr sz="1650" b="0">
                <a:solidFill>
                  <a:srgbClr val="26354C"/>
                </a:solidFill>
                <a:latin typeface="Arial"/>
                <a:ea typeface="Arial"/>
                <a:cs typeface="Arial"/>
              </a:defRPr>
            </a:lvl1pPr>
            <a:lvl2pPr algn="l">
              <a:defRPr sz="1650" b="0">
                <a:solidFill>
                  <a:srgbClr val="26354C"/>
                </a:solidFill>
                <a:latin typeface="Arial"/>
                <a:ea typeface="Arial"/>
                <a:cs typeface="Arial"/>
              </a:defRPr>
            </a:lvl2pPr>
            <a:lvl3pPr algn="l">
              <a:defRPr sz="1650" b="0">
                <a:solidFill>
                  <a:srgbClr val="26354C"/>
                </a:solidFill>
                <a:latin typeface="Arial"/>
                <a:ea typeface="Arial"/>
                <a:cs typeface="Arial"/>
              </a:defRPr>
            </a:lvl3pPr>
            <a:lvl4pPr algn="l">
              <a:defRPr sz="1650" b="0">
                <a:solidFill>
                  <a:srgbClr val="26354C"/>
                </a:solidFill>
                <a:latin typeface="Arial"/>
                <a:ea typeface="Arial"/>
                <a:cs typeface="Arial"/>
              </a:defRPr>
            </a:lvl4pPr>
            <a:lvl5pPr algn="l">
              <a:defRPr sz="1650" b="0">
                <a:solidFill>
                  <a:srgbClr val="26354C"/>
                </a:solidFill>
                <a:latin typeface="Arial"/>
                <a:ea typeface="Arial"/>
                <a:cs typeface="Arial"/>
              </a:defRPr>
            </a:lvl5pPr>
            <a:lvl6pPr algn="l">
              <a:defRPr sz="1650" b="0">
                <a:solidFill>
                  <a:srgbClr val="26354C"/>
                </a:solidFill>
                <a:latin typeface="Arial"/>
                <a:ea typeface="Arial"/>
                <a:cs typeface="Arial"/>
              </a:defRPr>
            </a:lvl6pPr>
            <a:lvl7pPr algn="l">
              <a:defRPr sz="1650" b="0">
                <a:solidFill>
                  <a:srgbClr val="26354C"/>
                </a:solidFill>
                <a:latin typeface="Arial"/>
                <a:ea typeface="Arial"/>
                <a:cs typeface="Arial"/>
              </a:defRPr>
            </a:lvl7pPr>
            <a:lvl8pPr algn="l">
              <a:defRPr sz="1650" b="0">
                <a:solidFill>
                  <a:srgbClr val="26354C"/>
                </a:solidFill>
                <a:latin typeface="Arial"/>
                <a:ea typeface="Arial"/>
                <a:cs typeface="Arial"/>
              </a:defRPr>
            </a:lvl8pPr>
            <a:lvl9pPr algn="l">
              <a:defRPr sz="1650" b="0">
                <a:solidFill>
                  <a:srgbClr val="26354C"/>
                </a:solidFill>
                <a:latin typeface="Arial"/>
                <a:ea typeface="Arial"/>
                <a:cs typeface="Arial"/>
              </a:defRPr>
            </a:lvl9pPr>
          </a:lstStyle>
          <a:p xmlns:a="http://schemas.openxmlformats.org/drawingml/2006/main">
            <a:pPr algn="l">
              <a:defRPr sz="1650" b="0">
                <a:solidFill>
                  <a:srgbClr val="26354C"/>
                </a:solidFill>
                <a:latin typeface="Arial"/>
                <a:ea typeface="Arial"/>
                <a:cs typeface="Arial"/>
              </a:defRPr>
            </a:pPr>
            <a:r>
              <a:rPr sz="1650" b="0">
                <a:solidFill>
                  <a:srgbClr val="26354C"/>
                </a:solidFill>
                <a:latin typeface="Arial"/>
                <a:ea typeface="Arial"/>
                <a:cs typeface="Arial"/>
              </a:rPr>
              <a:t>TF-IDF: text to numbers</a:t>
            </a:r>
          </a:p>
          <a:p xmlns:a="http://schemas.openxmlformats.org/drawingml/2006/main">
            <a:pPr algn="l">
              <a:defRPr sz="1650" b="0">
                <a:solidFill>
                  <a:srgbClr val="26354C"/>
                </a:solidFill>
                <a:latin typeface="Arial"/>
                <a:ea typeface="Arial"/>
                <a:cs typeface="Arial"/>
              </a:defRPr>
            </a:pPr>
            <a:r>
              <a:rPr sz="1650" b="0">
                <a:solidFill>
                  <a:srgbClr val="26354C"/>
                </a:solidFill>
                <a:latin typeface="Arial"/>
                <a:ea typeface="Arial"/>
                <a:cs typeface="Arial"/>
              </a:rPr>
              <a:t>SVM: learned decision score</a:t>
            </a:r>
          </a:p>
          <a:p xmlns:a="http://schemas.openxmlformats.org/drawingml/2006/main">
            <a:pPr algn="l">
              <a:defRPr sz="1650" b="0">
                <a:solidFill>
                  <a:srgbClr val="26354C"/>
                </a:solidFill>
                <a:latin typeface="Arial"/>
                <a:ea typeface="Arial"/>
                <a:cs typeface="Arial"/>
              </a:defRPr>
            </a:pPr>
            <a:r>
              <a:rPr sz="1650" b="0">
                <a:solidFill>
                  <a:srgbClr val="26354C"/>
                </a:solidFill>
                <a:latin typeface="Arial"/>
                <a:ea typeface="Arial"/>
                <a:cs typeface="Arial"/>
              </a:rPr>
              <a:t>Calibration: class estimates</a:t>
            </a:r>
          </a:p>
        </p:txBody>
      </p:sp>
      <p:sp>
        <p:nvSpPr>
          <p:cNvPr id="29" name="diagram-node-spaCy and summary">
            <a:extLst xmlns:a="http://schemas.openxmlformats.org/drawingml/2006/main">
              <a:ext uri="{FF2B5EF4-FFF2-40B4-BE49-F238E27FC236}">
                <a16:creationId xmlns:a16="http://schemas.microsoft.com/office/drawing/2014/main" id="{98B3FB75-5A17-4D1A-9B74-C0073470177D}"/>
              </a:ext>
            </a:extLst>
          </p:cNvPr>
          <p:cNvSpPr>
            <a:spLocks xmlns:a="http://schemas.openxmlformats.org/drawingml/2006/main" noGrp="1"/>
          </p:cNvSpPr>
          <p:nvPr/>
        </p:nvSpPr>
        <p:spPr>
          <a:xfrm xmlns:a="http://schemas.openxmlformats.org/drawingml/2006/main">
            <a:off x="4419600" y="3476625"/>
            <a:ext cx="3352800" cy="1581150"/>
          </a:xfrm>
          <a:prstGeom xmlns:a="http://schemas.openxmlformats.org/drawingml/2006/main" prst="rect">
            <a:avLst/>
          </a:prstGeom>
          <a:solidFill xmlns:a="http://schemas.openxmlformats.org/drawingml/2006/main">
            <a:srgbClr val="EDF7F5"/>
          </a:solidFill>
          <a:ln xmlns:a="http://schemas.openxmlformats.org/drawingml/2006/main" w="11430">
            <a:solidFill>
              <a:srgbClr val="177C73"/>
            </a:solidFill>
          </a:ln>
        </p:spPr>
      </p:sp>
      <p:sp>
        <p:nvSpPr>
          <p:cNvPr id="30" name="text">
            <a:extLst xmlns:a="http://schemas.openxmlformats.org/drawingml/2006/main">
              <a:ext uri="{FF2B5EF4-FFF2-40B4-BE49-F238E27FC236}">
                <a16:creationId xmlns:a16="http://schemas.microsoft.com/office/drawing/2014/main" id="{AEC27458-17CF-4423-9936-40B70FC850FF}"/>
              </a:ext>
            </a:extLst>
          </p:cNvPr>
          <p:cNvSpPr>
            <a:spLocks xmlns:a="http://schemas.openxmlformats.org/drawingml/2006/main" noGrp="1"/>
          </p:cNvSpPr>
          <p:nvPr/>
        </p:nvSpPr>
        <p:spPr>
          <a:xfrm xmlns:a="http://schemas.openxmlformats.org/drawingml/2006/main">
            <a:off x="4591050" y="3619500"/>
            <a:ext cx="3009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7C73"/>
                </a:solidFill>
                <a:latin typeface="Arial"/>
                <a:ea typeface="Arial"/>
                <a:cs typeface="Arial"/>
              </a:defRPr>
            </a:defPPr>
            <a:lvl1pPr algn="l">
              <a:defRPr sz="1875" b="1">
                <a:solidFill>
                  <a:srgbClr val="177C73"/>
                </a:solidFill>
                <a:latin typeface="Arial"/>
                <a:ea typeface="Arial"/>
                <a:cs typeface="Arial"/>
              </a:defRPr>
            </a:lvl1pPr>
            <a:lvl2pPr algn="l">
              <a:defRPr sz="1875" b="1">
                <a:solidFill>
                  <a:srgbClr val="177C73"/>
                </a:solidFill>
                <a:latin typeface="Arial"/>
                <a:ea typeface="Arial"/>
                <a:cs typeface="Arial"/>
              </a:defRPr>
            </a:lvl2pPr>
            <a:lvl3pPr algn="l">
              <a:defRPr sz="1875" b="1">
                <a:solidFill>
                  <a:srgbClr val="177C73"/>
                </a:solidFill>
                <a:latin typeface="Arial"/>
                <a:ea typeface="Arial"/>
                <a:cs typeface="Arial"/>
              </a:defRPr>
            </a:lvl3pPr>
            <a:lvl4pPr algn="l">
              <a:defRPr sz="1875" b="1">
                <a:solidFill>
                  <a:srgbClr val="177C73"/>
                </a:solidFill>
                <a:latin typeface="Arial"/>
                <a:ea typeface="Arial"/>
                <a:cs typeface="Arial"/>
              </a:defRPr>
            </a:lvl4pPr>
            <a:lvl5pPr algn="l">
              <a:defRPr sz="1875" b="1">
                <a:solidFill>
                  <a:srgbClr val="177C73"/>
                </a:solidFill>
                <a:latin typeface="Arial"/>
                <a:ea typeface="Arial"/>
                <a:cs typeface="Arial"/>
              </a:defRPr>
            </a:lvl5pPr>
            <a:lvl6pPr algn="l">
              <a:defRPr sz="1875" b="1">
                <a:solidFill>
                  <a:srgbClr val="177C73"/>
                </a:solidFill>
                <a:latin typeface="Arial"/>
                <a:ea typeface="Arial"/>
                <a:cs typeface="Arial"/>
              </a:defRPr>
            </a:lvl6pPr>
            <a:lvl7pPr algn="l">
              <a:defRPr sz="1875" b="1">
                <a:solidFill>
                  <a:srgbClr val="177C73"/>
                </a:solidFill>
                <a:latin typeface="Arial"/>
                <a:ea typeface="Arial"/>
                <a:cs typeface="Arial"/>
              </a:defRPr>
            </a:lvl7pPr>
            <a:lvl8pPr algn="l">
              <a:defRPr sz="1875" b="1">
                <a:solidFill>
                  <a:srgbClr val="177C73"/>
                </a:solidFill>
                <a:latin typeface="Arial"/>
                <a:ea typeface="Arial"/>
                <a:cs typeface="Arial"/>
              </a:defRPr>
            </a:lvl8pPr>
            <a:lvl9pPr algn="l">
              <a:defRPr sz="1875" b="1">
                <a:solidFill>
                  <a:srgbClr val="177C73"/>
                </a:solidFill>
                <a:latin typeface="Arial"/>
                <a:ea typeface="Arial"/>
                <a:cs typeface="Arial"/>
              </a:defRPr>
            </a:lvl9pPr>
          </a:lstStyle>
          <a:p xmlns:a="http://schemas.openxmlformats.org/drawingml/2006/main">
            <a:pPr algn="l">
              <a:defRPr sz="1875" b="1">
                <a:solidFill>
                  <a:srgbClr val="177C73"/>
                </a:solidFill>
                <a:latin typeface="Arial"/>
                <a:ea typeface="Arial"/>
                <a:cs typeface="Arial"/>
              </a:defRPr>
            </a:pPr>
            <a:r>
              <a:rPr sz="1875" b="1">
                <a:solidFill>
                  <a:srgbClr val="177C73"/>
                </a:solidFill>
                <a:latin typeface="Arial"/>
                <a:ea typeface="Arial"/>
                <a:cs typeface="Arial"/>
              </a:rPr>
              <a:t>spaCy and summary</a:t>
            </a:r>
          </a:p>
        </p:txBody>
      </p:sp>
      <p:sp>
        <p:nvSpPr>
          <p:cNvPr id="31" name="text">
            <a:extLst xmlns:a="http://schemas.openxmlformats.org/drawingml/2006/main">
              <a:ext uri="{FF2B5EF4-FFF2-40B4-BE49-F238E27FC236}">
                <a16:creationId xmlns:a16="http://schemas.microsoft.com/office/drawing/2014/main" id="{7CFB7375-A9DA-4A36-AFB6-E3B229774A19}"/>
              </a:ext>
            </a:extLst>
          </p:cNvPr>
          <p:cNvSpPr>
            <a:spLocks xmlns:a="http://schemas.openxmlformats.org/drawingml/2006/main" noGrp="1"/>
          </p:cNvSpPr>
          <p:nvPr/>
        </p:nvSpPr>
        <p:spPr>
          <a:xfrm xmlns:a="http://schemas.openxmlformats.org/drawingml/2006/main">
            <a:off x="4591050" y="4029075"/>
            <a:ext cx="30099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6354C"/>
                </a:solidFill>
                <a:latin typeface="Arial"/>
                <a:ea typeface="Arial"/>
                <a:cs typeface="Arial"/>
              </a:defRPr>
            </a:defPPr>
            <a:lvl1pPr algn="l">
              <a:defRPr sz="1650" b="0">
                <a:solidFill>
                  <a:srgbClr val="26354C"/>
                </a:solidFill>
                <a:latin typeface="Arial"/>
                <a:ea typeface="Arial"/>
                <a:cs typeface="Arial"/>
              </a:defRPr>
            </a:lvl1pPr>
            <a:lvl2pPr algn="l">
              <a:defRPr sz="1650" b="0">
                <a:solidFill>
                  <a:srgbClr val="26354C"/>
                </a:solidFill>
                <a:latin typeface="Arial"/>
                <a:ea typeface="Arial"/>
                <a:cs typeface="Arial"/>
              </a:defRPr>
            </a:lvl2pPr>
            <a:lvl3pPr algn="l">
              <a:defRPr sz="1650" b="0">
                <a:solidFill>
                  <a:srgbClr val="26354C"/>
                </a:solidFill>
                <a:latin typeface="Arial"/>
                <a:ea typeface="Arial"/>
                <a:cs typeface="Arial"/>
              </a:defRPr>
            </a:lvl3pPr>
            <a:lvl4pPr algn="l">
              <a:defRPr sz="1650" b="0">
                <a:solidFill>
                  <a:srgbClr val="26354C"/>
                </a:solidFill>
                <a:latin typeface="Arial"/>
                <a:ea typeface="Arial"/>
                <a:cs typeface="Arial"/>
              </a:defRPr>
            </a:lvl4pPr>
            <a:lvl5pPr algn="l">
              <a:defRPr sz="1650" b="0">
                <a:solidFill>
                  <a:srgbClr val="26354C"/>
                </a:solidFill>
                <a:latin typeface="Arial"/>
                <a:ea typeface="Arial"/>
                <a:cs typeface="Arial"/>
              </a:defRPr>
            </a:lvl5pPr>
            <a:lvl6pPr algn="l">
              <a:defRPr sz="1650" b="0">
                <a:solidFill>
                  <a:srgbClr val="26354C"/>
                </a:solidFill>
                <a:latin typeface="Arial"/>
                <a:ea typeface="Arial"/>
                <a:cs typeface="Arial"/>
              </a:defRPr>
            </a:lvl6pPr>
            <a:lvl7pPr algn="l">
              <a:defRPr sz="1650" b="0">
                <a:solidFill>
                  <a:srgbClr val="26354C"/>
                </a:solidFill>
                <a:latin typeface="Arial"/>
                <a:ea typeface="Arial"/>
                <a:cs typeface="Arial"/>
              </a:defRPr>
            </a:lvl7pPr>
            <a:lvl8pPr algn="l">
              <a:defRPr sz="1650" b="0">
                <a:solidFill>
                  <a:srgbClr val="26354C"/>
                </a:solidFill>
                <a:latin typeface="Arial"/>
                <a:ea typeface="Arial"/>
                <a:cs typeface="Arial"/>
              </a:defRPr>
            </a:lvl8pPr>
            <a:lvl9pPr algn="l">
              <a:defRPr sz="1650" b="0">
                <a:solidFill>
                  <a:srgbClr val="26354C"/>
                </a:solidFill>
                <a:latin typeface="Arial"/>
                <a:ea typeface="Arial"/>
                <a:cs typeface="Arial"/>
              </a:defRPr>
            </a:lvl9pPr>
          </a:lstStyle>
          <a:p xmlns:a="http://schemas.openxmlformats.org/drawingml/2006/main">
            <a:pPr algn="l">
              <a:defRPr sz="1650" b="0">
                <a:solidFill>
                  <a:srgbClr val="26354C"/>
                </a:solidFill>
                <a:latin typeface="Arial"/>
                <a:ea typeface="Arial"/>
                <a:cs typeface="Arial"/>
              </a:defRPr>
            </a:pPr>
            <a:r>
              <a:rPr sz="1650" b="0">
                <a:solidFill>
                  <a:srgbClr val="26354C"/>
                </a:solidFill>
                <a:latin typeface="Arial"/>
                <a:ea typeface="Arial"/>
                <a:cs typeface="Arial"/>
              </a:rPr>
              <a:t>Entities and grammar</a:t>
            </a:r>
          </a:p>
          <a:p xmlns:a="http://schemas.openxmlformats.org/drawingml/2006/main">
            <a:pPr algn="l">
              <a:defRPr sz="1650" b="0">
                <a:solidFill>
                  <a:srgbClr val="26354C"/>
                </a:solidFill>
                <a:latin typeface="Arial"/>
                <a:ea typeface="Arial"/>
                <a:cs typeface="Arial"/>
              </a:defRPr>
            </a:pPr>
            <a:r>
              <a:rPr sz="1650" b="0">
                <a:solidFill>
                  <a:srgbClr val="26354C"/>
                </a:solidFill>
                <a:latin typeface="Arial"/>
                <a:ea typeface="Arial"/>
                <a:cs typeface="Arial"/>
              </a:rPr>
              <a:t>Original-sentence summary</a:t>
            </a:r>
          </a:p>
          <a:p xmlns:a="http://schemas.openxmlformats.org/drawingml/2006/main">
            <a:pPr algn="l">
              <a:defRPr sz="1650" b="0">
                <a:solidFill>
                  <a:srgbClr val="26354C"/>
                </a:solidFill>
                <a:latin typeface="Arial"/>
                <a:ea typeface="Arial"/>
                <a:cs typeface="Arial"/>
              </a:defRPr>
            </a:pPr>
            <a:r>
              <a:rPr sz="1650" b="0">
                <a:solidFill>
                  <a:srgbClr val="26354C"/>
                </a:solidFill>
                <a:latin typeface="Arial"/>
                <a:ea typeface="Arial"/>
                <a:cs typeface="Arial"/>
              </a:rPr>
              <a:t>Recurring noun topics</a:t>
            </a:r>
          </a:p>
        </p:txBody>
      </p:sp>
      <p:sp>
        <p:nvSpPr>
          <p:cNvPr id="32" name="diagram-node-Language rules">
            <a:extLst xmlns:a="http://schemas.openxmlformats.org/drawingml/2006/main">
              <a:ext uri="{FF2B5EF4-FFF2-40B4-BE49-F238E27FC236}">
                <a16:creationId xmlns:a16="http://schemas.microsoft.com/office/drawing/2014/main" id="{4A66221F-94D1-482E-A846-B31D98CBEEFB}"/>
              </a:ext>
            </a:extLst>
          </p:cNvPr>
          <p:cNvSpPr>
            <a:spLocks xmlns:a="http://schemas.openxmlformats.org/drawingml/2006/main" noGrp="1"/>
          </p:cNvSpPr>
          <p:nvPr/>
        </p:nvSpPr>
        <p:spPr>
          <a:xfrm xmlns:a="http://schemas.openxmlformats.org/drawingml/2006/main">
            <a:off x="8229600" y="3476625"/>
            <a:ext cx="3352800" cy="1581150"/>
          </a:xfrm>
          <a:prstGeom xmlns:a="http://schemas.openxmlformats.org/drawingml/2006/main" prst="rect">
            <a:avLst/>
          </a:prstGeom>
          <a:solidFill xmlns:a="http://schemas.openxmlformats.org/drawingml/2006/main">
            <a:srgbClr val="FAF5E9"/>
          </a:solidFill>
          <a:ln xmlns:a="http://schemas.openxmlformats.org/drawingml/2006/main" w="11430">
            <a:solidFill>
              <a:srgbClr val="9C6D19"/>
            </a:solidFill>
          </a:ln>
        </p:spPr>
      </p:sp>
      <p:sp>
        <p:nvSpPr>
          <p:cNvPr id="33" name="text">
            <a:extLst xmlns:a="http://schemas.openxmlformats.org/drawingml/2006/main">
              <a:ext uri="{FF2B5EF4-FFF2-40B4-BE49-F238E27FC236}">
                <a16:creationId xmlns:a16="http://schemas.microsoft.com/office/drawing/2014/main" id="{CD9EB910-F1EE-47DF-90A5-3F7A9E4672E4}"/>
              </a:ext>
            </a:extLst>
          </p:cNvPr>
          <p:cNvSpPr>
            <a:spLocks xmlns:a="http://schemas.openxmlformats.org/drawingml/2006/main" noGrp="1"/>
          </p:cNvSpPr>
          <p:nvPr/>
        </p:nvSpPr>
        <p:spPr>
          <a:xfrm xmlns:a="http://schemas.openxmlformats.org/drawingml/2006/main">
            <a:off x="8401050" y="3619500"/>
            <a:ext cx="3009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C6D19"/>
                </a:solidFill>
                <a:latin typeface="Arial"/>
                <a:ea typeface="Arial"/>
                <a:cs typeface="Arial"/>
              </a:defRPr>
            </a:defPPr>
            <a:lvl1pPr algn="l">
              <a:defRPr sz="1875" b="1">
                <a:solidFill>
                  <a:srgbClr val="9C6D19"/>
                </a:solidFill>
                <a:latin typeface="Arial"/>
                <a:ea typeface="Arial"/>
                <a:cs typeface="Arial"/>
              </a:defRPr>
            </a:lvl1pPr>
            <a:lvl2pPr algn="l">
              <a:defRPr sz="1875" b="1">
                <a:solidFill>
                  <a:srgbClr val="9C6D19"/>
                </a:solidFill>
                <a:latin typeface="Arial"/>
                <a:ea typeface="Arial"/>
                <a:cs typeface="Arial"/>
              </a:defRPr>
            </a:lvl2pPr>
            <a:lvl3pPr algn="l">
              <a:defRPr sz="1875" b="1">
                <a:solidFill>
                  <a:srgbClr val="9C6D19"/>
                </a:solidFill>
                <a:latin typeface="Arial"/>
                <a:ea typeface="Arial"/>
                <a:cs typeface="Arial"/>
              </a:defRPr>
            </a:lvl3pPr>
            <a:lvl4pPr algn="l">
              <a:defRPr sz="1875" b="1">
                <a:solidFill>
                  <a:srgbClr val="9C6D19"/>
                </a:solidFill>
                <a:latin typeface="Arial"/>
                <a:ea typeface="Arial"/>
                <a:cs typeface="Arial"/>
              </a:defRPr>
            </a:lvl4pPr>
            <a:lvl5pPr algn="l">
              <a:defRPr sz="1875" b="1">
                <a:solidFill>
                  <a:srgbClr val="9C6D19"/>
                </a:solidFill>
                <a:latin typeface="Arial"/>
                <a:ea typeface="Arial"/>
                <a:cs typeface="Arial"/>
              </a:defRPr>
            </a:lvl5pPr>
            <a:lvl6pPr algn="l">
              <a:defRPr sz="1875" b="1">
                <a:solidFill>
                  <a:srgbClr val="9C6D19"/>
                </a:solidFill>
                <a:latin typeface="Arial"/>
                <a:ea typeface="Arial"/>
                <a:cs typeface="Arial"/>
              </a:defRPr>
            </a:lvl6pPr>
            <a:lvl7pPr algn="l">
              <a:defRPr sz="1875" b="1">
                <a:solidFill>
                  <a:srgbClr val="9C6D19"/>
                </a:solidFill>
                <a:latin typeface="Arial"/>
                <a:ea typeface="Arial"/>
                <a:cs typeface="Arial"/>
              </a:defRPr>
            </a:lvl7pPr>
            <a:lvl8pPr algn="l">
              <a:defRPr sz="1875" b="1">
                <a:solidFill>
                  <a:srgbClr val="9C6D19"/>
                </a:solidFill>
                <a:latin typeface="Arial"/>
                <a:ea typeface="Arial"/>
                <a:cs typeface="Arial"/>
              </a:defRPr>
            </a:lvl8pPr>
            <a:lvl9pPr algn="l">
              <a:defRPr sz="1875" b="1">
                <a:solidFill>
                  <a:srgbClr val="9C6D19"/>
                </a:solidFill>
                <a:latin typeface="Arial"/>
                <a:ea typeface="Arial"/>
                <a:cs typeface="Arial"/>
              </a:defRPr>
            </a:lvl9pPr>
          </a:lstStyle>
          <a:p xmlns:a="http://schemas.openxmlformats.org/drawingml/2006/main">
            <a:pPr algn="l">
              <a:defRPr sz="1875" b="1">
                <a:solidFill>
                  <a:srgbClr val="9C6D19"/>
                </a:solidFill>
                <a:latin typeface="Arial"/>
                <a:ea typeface="Arial"/>
                <a:cs typeface="Arial"/>
              </a:defRPr>
            </a:pPr>
            <a:r>
              <a:rPr sz="1875" b="1">
                <a:solidFill>
                  <a:srgbClr val="9C6D19"/>
                </a:solidFill>
                <a:latin typeface="Arial"/>
                <a:ea typeface="Arial"/>
                <a:cs typeface="Arial"/>
              </a:rPr>
              <a:t>Language rules</a:t>
            </a:r>
          </a:p>
        </p:txBody>
      </p:sp>
      <p:sp>
        <p:nvSpPr>
          <p:cNvPr id="34" name="text">
            <a:extLst xmlns:a="http://schemas.openxmlformats.org/drawingml/2006/main">
              <a:ext uri="{FF2B5EF4-FFF2-40B4-BE49-F238E27FC236}">
                <a16:creationId xmlns:a16="http://schemas.microsoft.com/office/drawing/2014/main" id="{0FD94774-A448-4B75-BFB2-4F5580E256A9}"/>
              </a:ext>
            </a:extLst>
          </p:cNvPr>
          <p:cNvSpPr>
            <a:spLocks xmlns:a="http://schemas.openxmlformats.org/drawingml/2006/main" noGrp="1"/>
          </p:cNvSpPr>
          <p:nvPr/>
        </p:nvSpPr>
        <p:spPr>
          <a:xfrm xmlns:a="http://schemas.openxmlformats.org/drawingml/2006/main">
            <a:off x="8401050" y="4029075"/>
            <a:ext cx="30099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6354C"/>
                </a:solidFill>
                <a:latin typeface="Arial"/>
                <a:ea typeface="Arial"/>
                <a:cs typeface="Arial"/>
              </a:defRPr>
            </a:defPPr>
            <a:lvl1pPr algn="l">
              <a:defRPr sz="1650" b="0">
                <a:solidFill>
                  <a:srgbClr val="26354C"/>
                </a:solidFill>
                <a:latin typeface="Arial"/>
                <a:ea typeface="Arial"/>
                <a:cs typeface="Arial"/>
              </a:defRPr>
            </a:lvl1pPr>
            <a:lvl2pPr algn="l">
              <a:defRPr sz="1650" b="0">
                <a:solidFill>
                  <a:srgbClr val="26354C"/>
                </a:solidFill>
                <a:latin typeface="Arial"/>
                <a:ea typeface="Arial"/>
                <a:cs typeface="Arial"/>
              </a:defRPr>
            </a:lvl2pPr>
            <a:lvl3pPr algn="l">
              <a:defRPr sz="1650" b="0">
                <a:solidFill>
                  <a:srgbClr val="26354C"/>
                </a:solidFill>
                <a:latin typeface="Arial"/>
                <a:ea typeface="Arial"/>
                <a:cs typeface="Arial"/>
              </a:defRPr>
            </a:lvl3pPr>
            <a:lvl4pPr algn="l">
              <a:defRPr sz="1650" b="0">
                <a:solidFill>
                  <a:srgbClr val="26354C"/>
                </a:solidFill>
                <a:latin typeface="Arial"/>
                <a:ea typeface="Arial"/>
                <a:cs typeface="Arial"/>
              </a:defRPr>
            </a:lvl4pPr>
            <a:lvl5pPr algn="l">
              <a:defRPr sz="1650" b="0">
                <a:solidFill>
                  <a:srgbClr val="26354C"/>
                </a:solidFill>
                <a:latin typeface="Arial"/>
                <a:ea typeface="Arial"/>
                <a:cs typeface="Arial"/>
              </a:defRPr>
            </a:lvl5pPr>
            <a:lvl6pPr algn="l">
              <a:defRPr sz="1650" b="0">
                <a:solidFill>
                  <a:srgbClr val="26354C"/>
                </a:solidFill>
                <a:latin typeface="Arial"/>
                <a:ea typeface="Arial"/>
                <a:cs typeface="Arial"/>
              </a:defRPr>
            </a:lvl6pPr>
            <a:lvl7pPr algn="l">
              <a:defRPr sz="1650" b="0">
                <a:solidFill>
                  <a:srgbClr val="26354C"/>
                </a:solidFill>
                <a:latin typeface="Arial"/>
                <a:ea typeface="Arial"/>
                <a:cs typeface="Arial"/>
              </a:defRPr>
            </a:lvl7pPr>
            <a:lvl8pPr algn="l">
              <a:defRPr sz="1650" b="0">
                <a:solidFill>
                  <a:srgbClr val="26354C"/>
                </a:solidFill>
                <a:latin typeface="Arial"/>
                <a:ea typeface="Arial"/>
                <a:cs typeface="Arial"/>
              </a:defRPr>
            </a:lvl8pPr>
            <a:lvl9pPr algn="l">
              <a:defRPr sz="1650" b="0">
                <a:solidFill>
                  <a:srgbClr val="26354C"/>
                </a:solidFill>
                <a:latin typeface="Arial"/>
                <a:ea typeface="Arial"/>
                <a:cs typeface="Arial"/>
              </a:defRPr>
            </a:lvl9pPr>
          </a:lstStyle>
          <a:p xmlns:a="http://schemas.openxmlformats.org/drawingml/2006/main">
            <a:pPr algn="l">
              <a:defRPr sz="1650" b="0">
                <a:solidFill>
                  <a:srgbClr val="26354C"/>
                </a:solidFill>
                <a:latin typeface="Arial"/>
                <a:ea typeface="Arial"/>
                <a:cs typeface="Arial"/>
              </a:defRPr>
            </a:pPr>
            <a:r>
              <a:rPr sz="1650" b="0">
                <a:solidFill>
                  <a:srgbClr val="26354C"/>
                </a:solidFill>
                <a:latin typeface="Arial"/>
                <a:ea typeface="Arial"/>
                <a:cs typeface="Arial"/>
              </a:rPr>
              <a:t>Wording-pattern matches</a:t>
            </a:r>
          </a:p>
          <a:p xmlns:a="http://schemas.openxmlformats.org/drawingml/2006/main">
            <a:pPr algn="l">
              <a:defRPr sz="1650" b="0">
                <a:solidFill>
                  <a:srgbClr val="26354C"/>
                </a:solidFill>
                <a:latin typeface="Arial"/>
                <a:ea typeface="Arial"/>
                <a:cs typeface="Arial"/>
              </a:defRPr>
            </a:pPr>
            <a:r>
              <a:rPr sz="1650" b="0">
                <a:solidFill>
                  <a:srgbClr val="26354C"/>
                </a:solidFill>
                <a:latin typeface="Arial"/>
                <a:ea typeface="Arial"/>
                <a:cs typeface="Arial"/>
              </a:rPr>
              <a:t>Lexical sentiment and counts</a:t>
            </a:r>
          </a:p>
          <a:p xmlns:a="http://schemas.openxmlformats.org/drawingml/2006/main">
            <a:pPr algn="l">
              <a:defRPr sz="1650" b="0">
                <a:solidFill>
                  <a:srgbClr val="26354C"/>
                </a:solidFill>
                <a:latin typeface="Arial"/>
                <a:ea typeface="Arial"/>
                <a:cs typeface="Arial"/>
              </a:defRPr>
            </a:pPr>
            <a:r>
              <a:rPr sz="1650" b="0">
                <a:solidFill>
                  <a:srgbClr val="26354C"/>
                </a:solidFill>
                <a:latin typeface="Arial"/>
                <a:ea typeface="Arial"/>
                <a:cs typeface="Arial"/>
              </a:rPr>
              <a:t>Candidate claim excerpts</a:t>
            </a:r>
          </a:p>
        </p:txBody>
      </p:sp>
      <p:sp>
        <p:nvSpPr>
          <p:cNvPr id="35" name="diagram-node-Report, storage and history">
            <a:extLst xmlns:a="http://schemas.openxmlformats.org/drawingml/2006/main">
              <a:ext uri="{FF2B5EF4-FFF2-40B4-BE49-F238E27FC236}">
                <a16:creationId xmlns:a16="http://schemas.microsoft.com/office/drawing/2014/main" id="{DE7E2345-EAF3-45DB-B18D-AA6C1DB6F67B}"/>
              </a:ext>
            </a:extLst>
          </p:cNvPr>
          <p:cNvSpPr>
            <a:spLocks xmlns:a="http://schemas.openxmlformats.org/drawingml/2006/main" noGrp="1"/>
          </p:cNvSpPr>
          <p:nvPr/>
        </p:nvSpPr>
        <p:spPr>
          <a:xfrm xmlns:a="http://schemas.openxmlformats.org/drawingml/2006/main">
            <a:off x="3371850" y="5467350"/>
            <a:ext cx="5924550" cy="895350"/>
          </a:xfrm>
          <a:prstGeom xmlns:a="http://schemas.openxmlformats.org/drawingml/2006/main" prst="rect">
            <a:avLst/>
          </a:prstGeom>
          <a:solidFill xmlns:a="http://schemas.openxmlformats.org/drawingml/2006/main">
            <a:srgbClr val="EDF7F5"/>
          </a:solidFill>
          <a:ln xmlns:a="http://schemas.openxmlformats.org/drawingml/2006/main" w="11430">
            <a:solidFill>
              <a:srgbClr val="177C73"/>
            </a:solidFill>
          </a:ln>
        </p:spPr>
      </p:sp>
      <p:sp>
        <p:nvSpPr>
          <p:cNvPr id="36" name="text">
            <a:extLst xmlns:a="http://schemas.openxmlformats.org/drawingml/2006/main">
              <a:ext uri="{FF2B5EF4-FFF2-40B4-BE49-F238E27FC236}">
                <a16:creationId xmlns:a16="http://schemas.microsoft.com/office/drawing/2014/main" id="{93DE5D86-7762-4A17-87DE-9DE3DB67EA3A}"/>
              </a:ext>
            </a:extLst>
          </p:cNvPr>
          <p:cNvSpPr>
            <a:spLocks xmlns:a="http://schemas.openxmlformats.org/drawingml/2006/main" noGrp="1"/>
          </p:cNvSpPr>
          <p:nvPr/>
        </p:nvSpPr>
        <p:spPr>
          <a:xfrm xmlns:a="http://schemas.openxmlformats.org/drawingml/2006/main">
            <a:off x="3543300" y="5610225"/>
            <a:ext cx="5581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7C73"/>
                </a:solidFill>
                <a:latin typeface="Arial"/>
                <a:ea typeface="Arial"/>
                <a:cs typeface="Arial"/>
              </a:defRPr>
            </a:defPPr>
            <a:lvl1pPr algn="l">
              <a:defRPr sz="1875" b="1">
                <a:solidFill>
                  <a:srgbClr val="177C73"/>
                </a:solidFill>
                <a:latin typeface="Arial"/>
                <a:ea typeface="Arial"/>
                <a:cs typeface="Arial"/>
              </a:defRPr>
            </a:lvl1pPr>
            <a:lvl2pPr algn="l">
              <a:defRPr sz="1875" b="1">
                <a:solidFill>
                  <a:srgbClr val="177C73"/>
                </a:solidFill>
                <a:latin typeface="Arial"/>
                <a:ea typeface="Arial"/>
                <a:cs typeface="Arial"/>
              </a:defRPr>
            </a:lvl2pPr>
            <a:lvl3pPr algn="l">
              <a:defRPr sz="1875" b="1">
                <a:solidFill>
                  <a:srgbClr val="177C73"/>
                </a:solidFill>
                <a:latin typeface="Arial"/>
                <a:ea typeface="Arial"/>
                <a:cs typeface="Arial"/>
              </a:defRPr>
            </a:lvl3pPr>
            <a:lvl4pPr algn="l">
              <a:defRPr sz="1875" b="1">
                <a:solidFill>
                  <a:srgbClr val="177C73"/>
                </a:solidFill>
                <a:latin typeface="Arial"/>
                <a:ea typeface="Arial"/>
                <a:cs typeface="Arial"/>
              </a:defRPr>
            </a:lvl4pPr>
            <a:lvl5pPr algn="l">
              <a:defRPr sz="1875" b="1">
                <a:solidFill>
                  <a:srgbClr val="177C73"/>
                </a:solidFill>
                <a:latin typeface="Arial"/>
                <a:ea typeface="Arial"/>
                <a:cs typeface="Arial"/>
              </a:defRPr>
            </a:lvl5pPr>
            <a:lvl6pPr algn="l">
              <a:defRPr sz="1875" b="1">
                <a:solidFill>
                  <a:srgbClr val="177C73"/>
                </a:solidFill>
                <a:latin typeface="Arial"/>
                <a:ea typeface="Arial"/>
                <a:cs typeface="Arial"/>
              </a:defRPr>
            </a:lvl6pPr>
            <a:lvl7pPr algn="l">
              <a:defRPr sz="1875" b="1">
                <a:solidFill>
                  <a:srgbClr val="177C73"/>
                </a:solidFill>
                <a:latin typeface="Arial"/>
                <a:ea typeface="Arial"/>
                <a:cs typeface="Arial"/>
              </a:defRPr>
            </a:lvl7pPr>
            <a:lvl8pPr algn="l">
              <a:defRPr sz="1875" b="1">
                <a:solidFill>
                  <a:srgbClr val="177C73"/>
                </a:solidFill>
                <a:latin typeface="Arial"/>
                <a:ea typeface="Arial"/>
                <a:cs typeface="Arial"/>
              </a:defRPr>
            </a:lvl8pPr>
            <a:lvl9pPr algn="l">
              <a:defRPr sz="1875" b="1">
                <a:solidFill>
                  <a:srgbClr val="177C73"/>
                </a:solidFill>
                <a:latin typeface="Arial"/>
                <a:ea typeface="Arial"/>
                <a:cs typeface="Arial"/>
              </a:defRPr>
            </a:lvl9pPr>
          </a:lstStyle>
          <a:p xmlns:a="http://schemas.openxmlformats.org/drawingml/2006/main">
            <a:pPr algn="l">
              <a:defRPr sz="1875" b="1">
                <a:solidFill>
                  <a:srgbClr val="177C73"/>
                </a:solidFill>
                <a:latin typeface="Arial"/>
                <a:ea typeface="Arial"/>
                <a:cs typeface="Arial"/>
              </a:defRPr>
            </a:pPr>
            <a:r>
              <a:rPr sz="1875" b="1">
                <a:solidFill>
                  <a:srgbClr val="177C73"/>
                </a:solidFill>
                <a:latin typeface="Arial"/>
                <a:ea typeface="Arial"/>
                <a:cs typeface="Arial"/>
              </a:rPr>
              <a:t>Report, storage and history</a:t>
            </a:r>
          </a:p>
        </p:txBody>
      </p:sp>
      <p:sp>
        <p:nvSpPr>
          <p:cNvPr id="37" name="text">
            <a:extLst xmlns:a="http://schemas.openxmlformats.org/drawingml/2006/main">
              <a:ext uri="{FF2B5EF4-FFF2-40B4-BE49-F238E27FC236}">
                <a16:creationId xmlns:a16="http://schemas.microsoft.com/office/drawing/2014/main" id="{99AA18C9-D508-4170-B70F-94EE416E68C4}"/>
              </a:ext>
            </a:extLst>
          </p:cNvPr>
          <p:cNvSpPr>
            <a:spLocks xmlns:a="http://schemas.openxmlformats.org/drawingml/2006/main" noGrp="1"/>
          </p:cNvSpPr>
          <p:nvPr/>
        </p:nvSpPr>
        <p:spPr>
          <a:xfrm xmlns:a="http://schemas.openxmlformats.org/drawingml/2006/main">
            <a:off x="3543300" y="6019800"/>
            <a:ext cx="5581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6354C"/>
                </a:solidFill>
                <a:latin typeface="Arial"/>
                <a:ea typeface="Arial"/>
                <a:cs typeface="Arial"/>
              </a:defRPr>
            </a:defPPr>
            <a:lvl1pPr algn="l">
              <a:defRPr sz="1650" b="0">
                <a:solidFill>
                  <a:srgbClr val="26354C"/>
                </a:solidFill>
                <a:latin typeface="Arial"/>
                <a:ea typeface="Arial"/>
                <a:cs typeface="Arial"/>
              </a:defRPr>
            </a:lvl1pPr>
            <a:lvl2pPr algn="l">
              <a:defRPr sz="1650" b="0">
                <a:solidFill>
                  <a:srgbClr val="26354C"/>
                </a:solidFill>
                <a:latin typeface="Arial"/>
                <a:ea typeface="Arial"/>
                <a:cs typeface="Arial"/>
              </a:defRPr>
            </a:lvl2pPr>
            <a:lvl3pPr algn="l">
              <a:defRPr sz="1650" b="0">
                <a:solidFill>
                  <a:srgbClr val="26354C"/>
                </a:solidFill>
                <a:latin typeface="Arial"/>
                <a:ea typeface="Arial"/>
                <a:cs typeface="Arial"/>
              </a:defRPr>
            </a:lvl3pPr>
            <a:lvl4pPr algn="l">
              <a:defRPr sz="1650" b="0">
                <a:solidFill>
                  <a:srgbClr val="26354C"/>
                </a:solidFill>
                <a:latin typeface="Arial"/>
                <a:ea typeface="Arial"/>
                <a:cs typeface="Arial"/>
              </a:defRPr>
            </a:lvl4pPr>
            <a:lvl5pPr algn="l">
              <a:defRPr sz="1650" b="0">
                <a:solidFill>
                  <a:srgbClr val="26354C"/>
                </a:solidFill>
                <a:latin typeface="Arial"/>
                <a:ea typeface="Arial"/>
                <a:cs typeface="Arial"/>
              </a:defRPr>
            </a:lvl5pPr>
            <a:lvl6pPr algn="l">
              <a:defRPr sz="1650" b="0">
                <a:solidFill>
                  <a:srgbClr val="26354C"/>
                </a:solidFill>
                <a:latin typeface="Arial"/>
                <a:ea typeface="Arial"/>
                <a:cs typeface="Arial"/>
              </a:defRPr>
            </a:lvl6pPr>
            <a:lvl7pPr algn="l">
              <a:defRPr sz="1650" b="0">
                <a:solidFill>
                  <a:srgbClr val="26354C"/>
                </a:solidFill>
                <a:latin typeface="Arial"/>
                <a:ea typeface="Arial"/>
                <a:cs typeface="Arial"/>
              </a:defRPr>
            </a:lvl7pPr>
            <a:lvl8pPr algn="l">
              <a:defRPr sz="1650" b="0">
                <a:solidFill>
                  <a:srgbClr val="26354C"/>
                </a:solidFill>
                <a:latin typeface="Arial"/>
                <a:ea typeface="Arial"/>
                <a:cs typeface="Arial"/>
              </a:defRPr>
            </a:lvl8pPr>
            <a:lvl9pPr algn="l">
              <a:defRPr sz="1650" b="0">
                <a:solidFill>
                  <a:srgbClr val="26354C"/>
                </a:solidFill>
                <a:latin typeface="Arial"/>
                <a:ea typeface="Arial"/>
                <a:cs typeface="Arial"/>
              </a:defRPr>
            </a:lvl9pPr>
          </a:lstStyle>
          <a:p xmlns:a="http://schemas.openxmlformats.org/drawingml/2006/main">
            <a:pPr algn="l">
              <a:defRPr sz="1650" b="0">
                <a:solidFill>
                  <a:srgbClr val="26354C"/>
                </a:solidFill>
                <a:latin typeface="Arial"/>
                <a:ea typeface="Arial"/>
                <a:cs typeface="Arial"/>
              </a:defRPr>
            </a:pPr>
            <a:r>
              <a:rPr sz="1650" b="0">
                <a:solidFill>
                  <a:srgbClr val="26354C"/>
                </a:solidFill>
                <a:latin typeface="Arial"/>
                <a:ea typeface="Arial"/>
                <a:cs typeface="Arial"/>
              </a:rPr>
              <a:t>Structured JSON report with SQLAlchemy and SQLite</a:t>
            </a:r>
          </a:p>
        </p:txBody>
      </p:sp>
      <p:sp>
        <p:nvSpPr>
          <p:cNvPr id="38" name="text">
            <a:extLst xmlns:a="http://schemas.openxmlformats.org/drawingml/2006/main">
              <a:ext uri="{FF2B5EF4-FFF2-40B4-BE49-F238E27FC236}">
                <a16:creationId xmlns:a16="http://schemas.microsoft.com/office/drawing/2014/main" id="{E34024A4-1F97-44EE-843C-D749CC1A878C}"/>
              </a:ext>
            </a:extLst>
          </p:cNvPr>
          <p:cNvSpPr>
            <a:spLocks xmlns:a="http://schemas.openxmlformats.org/drawingml/2006/main" noGrp="1"/>
          </p:cNvSpPr>
          <p:nvPr/>
        </p:nvSpPr>
        <p:spPr>
          <a:xfrm xmlns:a="http://schemas.openxmlformats.org/drawingml/2006/main">
            <a:off x="609600" y="12001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E6C80"/>
                </a:solidFill>
                <a:latin typeface="Arial"/>
                <a:ea typeface="Arial"/>
                <a:cs typeface="Arial"/>
              </a:defRPr>
            </a:defPPr>
            <a:lvl1pPr algn="l">
              <a:defRPr sz="1650" b="0">
                <a:solidFill>
                  <a:srgbClr val="5E6C80"/>
                </a:solidFill>
                <a:latin typeface="Arial"/>
                <a:ea typeface="Arial"/>
                <a:cs typeface="Arial"/>
              </a:defRPr>
            </a:lvl1pPr>
            <a:lvl2pPr algn="l">
              <a:defRPr sz="1650" b="0">
                <a:solidFill>
                  <a:srgbClr val="5E6C80"/>
                </a:solidFill>
                <a:latin typeface="Arial"/>
                <a:ea typeface="Arial"/>
                <a:cs typeface="Arial"/>
              </a:defRPr>
            </a:lvl2pPr>
            <a:lvl3pPr algn="l">
              <a:defRPr sz="1650" b="0">
                <a:solidFill>
                  <a:srgbClr val="5E6C80"/>
                </a:solidFill>
                <a:latin typeface="Arial"/>
                <a:ea typeface="Arial"/>
                <a:cs typeface="Arial"/>
              </a:defRPr>
            </a:lvl3pPr>
            <a:lvl4pPr algn="l">
              <a:defRPr sz="1650" b="0">
                <a:solidFill>
                  <a:srgbClr val="5E6C80"/>
                </a:solidFill>
                <a:latin typeface="Arial"/>
                <a:ea typeface="Arial"/>
                <a:cs typeface="Arial"/>
              </a:defRPr>
            </a:lvl4pPr>
            <a:lvl5pPr algn="l">
              <a:defRPr sz="1650" b="0">
                <a:solidFill>
                  <a:srgbClr val="5E6C80"/>
                </a:solidFill>
                <a:latin typeface="Arial"/>
                <a:ea typeface="Arial"/>
                <a:cs typeface="Arial"/>
              </a:defRPr>
            </a:lvl5pPr>
            <a:lvl6pPr algn="l">
              <a:defRPr sz="1650" b="0">
                <a:solidFill>
                  <a:srgbClr val="5E6C80"/>
                </a:solidFill>
                <a:latin typeface="Arial"/>
                <a:ea typeface="Arial"/>
                <a:cs typeface="Arial"/>
              </a:defRPr>
            </a:lvl6pPr>
            <a:lvl7pPr algn="l">
              <a:defRPr sz="1650" b="0">
                <a:solidFill>
                  <a:srgbClr val="5E6C80"/>
                </a:solidFill>
                <a:latin typeface="Arial"/>
                <a:ea typeface="Arial"/>
                <a:cs typeface="Arial"/>
              </a:defRPr>
            </a:lvl7pPr>
            <a:lvl8pPr algn="l">
              <a:defRPr sz="1650" b="0">
                <a:solidFill>
                  <a:srgbClr val="5E6C80"/>
                </a:solidFill>
                <a:latin typeface="Arial"/>
                <a:ea typeface="Arial"/>
                <a:cs typeface="Arial"/>
              </a:defRPr>
            </a:lvl8pPr>
            <a:lvl9pPr algn="l">
              <a:defRPr sz="1650" b="0">
                <a:solidFill>
                  <a:srgbClr val="5E6C80"/>
                </a:solidFill>
                <a:latin typeface="Arial"/>
                <a:ea typeface="Arial"/>
                <a:cs typeface="Arial"/>
              </a:defRPr>
            </a:lvl9pPr>
          </a:lstStyle>
          <a:p xmlns:a="http://schemas.openxmlformats.org/drawingml/2006/main">
            <a:pPr algn="l">
              <a:defRPr sz="1650" b="0">
                <a:solidFill>
                  <a:srgbClr val="5E6C80"/>
                </a:solidFill>
                <a:latin typeface="Arial"/>
                <a:ea typeface="Arial"/>
                <a:cs typeface="Arial"/>
              </a:defRPr>
            </a:pPr>
            <a:r>
              <a:rPr sz="1650" b="0">
                <a:solidFill>
                  <a:srgbClr val="5E6C80"/>
                </a:solidFill>
                <a:latin typeface="Arial"/>
                <a:ea typeface="Arial"/>
                <a:cs typeface="Arial"/>
              </a:rPr>
              <a:t>The classifier and linguistic observations remain separate logical branches.</a:t>
            </a:r>
          </a:p>
        </p:txBody>
      </p:sp>
    </p:spTree>
    <p:extLst>
      <p:ext uri="{BB962C8B-B14F-4D97-AF65-F5344CB8AC3E}">
        <p14:creationId xmlns:p14="http://schemas.microsoft.com/office/powerpoint/2010/main" val="5296139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F557EC9C-3255-408D-A9A4-D8EF2584D2D4}"/>
              </a:ext>
            </a:extLst>
          </p:cNvPr>
          <p:cNvSpPr>
            <a:spLocks xmlns:a="http://schemas.openxmlformats.org/drawingml/2006/main" noGrp="1"/>
          </p:cNvSpPr>
          <p:nvPr/>
        </p:nvSpPr>
        <p:spPr>
          <a:xfrm xmlns:a="http://schemas.openxmlformats.org/drawingml/2006/main">
            <a:off x="609600" y="5143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43B"/>
                </a:solidFill>
                <a:latin typeface="Arial"/>
                <a:ea typeface="Arial"/>
                <a:cs typeface="Arial"/>
              </a:defRPr>
            </a:defPPr>
            <a:lvl1pPr algn="l">
              <a:defRPr sz="3300" b="1">
                <a:solidFill>
                  <a:srgbClr val="17243B"/>
                </a:solidFill>
                <a:latin typeface="Arial"/>
                <a:ea typeface="Arial"/>
                <a:cs typeface="Arial"/>
              </a:defRPr>
            </a:lvl1pPr>
            <a:lvl2pPr algn="l">
              <a:defRPr sz="3300" b="1">
                <a:solidFill>
                  <a:srgbClr val="17243B"/>
                </a:solidFill>
                <a:latin typeface="Arial"/>
                <a:ea typeface="Arial"/>
                <a:cs typeface="Arial"/>
              </a:defRPr>
            </a:lvl2pPr>
            <a:lvl3pPr algn="l">
              <a:defRPr sz="3300" b="1">
                <a:solidFill>
                  <a:srgbClr val="17243B"/>
                </a:solidFill>
                <a:latin typeface="Arial"/>
                <a:ea typeface="Arial"/>
                <a:cs typeface="Arial"/>
              </a:defRPr>
            </a:lvl3pPr>
            <a:lvl4pPr algn="l">
              <a:defRPr sz="3300" b="1">
                <a:solidFill>
                  <a:srgbClr val="17243B"/>
                </a:solidFill>
                <a:latin typeface="Arial"/>
                <a:ea typeface="Arial"/>
                <a:cs typeface="Arial"/>
              </a:defRPr>
            </a:lvl4pPr>
            <a:lvl5pPr algn="l">
              <a:defRPr sz="3300" b="1">
                <a:solidFill>
                  <a:srgbClr val="17243B"/>
                </a:solidFill>
                <a:latin typeface="Arial"/>
                <a:ea typeface="Arial"/>
                <a:cs typeface="Arial"/>
              </a:defRPr>
            </a:lvl5pPr>
            <a:lvl6pPr algn="l">
              <a:defRPr sz="3300" b="1">
                <a:solidFill>
                  <a:srgbClr val="17243B"/>
                </a:solidFill>
                <a:latin typeface="Arial"/>
                <a:ea typeface="Arial"/>
                <a:cs typeface="Arial"/>
              </a:defRPr>
            </a:lvl6pPr>
            <a:lvl7pPr algn="l">
              <a:defRPr sz="3300" b="1">
                <a:solidFill>
                  <a:srgbClr val="17243B"/>
                </a:solidFill>
                <a:latin typeface="Arial"/>
                <a:ea typeface="Arial"/>
                <a:cs typeface="Arial"/>
              </a:defRPr>
            </a:lvl7pPr>
            <a:lvl8pPr algn="l">
              <a:defRPr sz="3300" b="1">
                <a:solidFill>
                  <a:srgbClr val="17243B"/>
                </a:solidFill>
                <a:latin typeface="Arial"/>
                <a:ea typeface="Arial"/>
                <a:cs typeface="Arial"/>
              </a:defRPr>
            </a:lvl8pPr>
            <a:lvl9pPr algn="l">
              <a:defRPr sz="3300" b="1">
                <a:solidFill>
                  <a:srgbClr val="17243B"/>
                </a:solidFill>
                <a:latin typeface="Arial"/>
                <a:ea typeface="Arial"/>
                <a:cs typeface="Arial"/>
              </a:defRPr>
            </a:lvl9pPr>
          </a:lstStyle>
          <a:p xmlns:a="http://schemas.openxmlformats.org/drawingml/2006/main">
            <a:pPr algn="l">
              <a:defRPr sz="3300" b="1">
                <a:solidFill>
                  <a:srgbClr val="17243B"/>
                </a:solidFill>
                <a:latin typeface="Arial"/>
                <a:ea typeface="Arial"/>
                <a:cs typeface="Arial"/>
              </a:defRPr>
            </a:pPr>
            <a:r>
              <a:rPr sz="3300" b="1">
                <a:solidFill>
                  <a:srgbClr val="17243B"/>
                </a:solidFill>
                <a:latin typeface="Arial"/>
                <a:ea typeface="Arial"/>
                <a:cs typeface="Arial"/>
              </a:rPr>
              <a:t>Training and reproducibility</a:t>
            </a:r>
          </a:p>
        </p:txBody>
      </p:sp>
      <p:sp>
        <p:nvSpPr>
          <p:cNvPr id="3" name="footer-brand">
            <a:extLst xmlns:a="http://schemas.openxmlformats.org/drawingml/2006/main">
              <a:ext uri="{FF2B5EF4-FFF2-40B4-BE49-F238E27FC236}">
                <a16:creationId xmlns:a16="http://schemas.microsoft.com/office/drawing/2014/main" id="{6B92B86A-A86C-43A1-B42C-A77F673C61B0}"/>
              </a:ext>
            </a:extLst>
          </p:cNvPr>
          <p:cNvSpPr>
            <a:spLocks xmlns:a="http://schemas.openxmlformats.org/drawingml/2006/main" noGrp="1"/>
          </p:cNvSpPr>
          <p:nvPr/>
        </p:nvSpPr>
        <p:spPr>
          <a:xfrm xmlns:a="http://schemas.openxmlformats.org/drawingml/2006/main">
            <a:off x="60960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E6C80"/>
                </a:solidFill>
                <a:latin typeface="Arial"/>
                <a:ea typeface="Arial"/>
                <a:cs typeface="Arial"/>
              </a:defRPr>
            </a:defPPr>
            <a:lvl1pPr algn="l">
              <a:defRPr sz="1200" b="0">
                <a:solidFill>
                  <a:srgbClr val="5E6C80"/>
                </a:solidFill>
                <a:latin typeface="Arial"/>
                <a:ea typeface="Arial"/>
                <a:cs typeface="Arial"/>
              </a:defRPr>
            </a:lvl1pPr>
            <a:lvl2pPr algn="l">
              <a:defRPr sz="1200" b="0">
                <a:solidFill>
                  <a:srgbClr val="5E6C80"/>
                </a:solidFill>
                <a:latin typeface="Arial"/>
                <a:ea typeface="Arial"/>
                <a:cs typeface="Arial"/>
              </a:defRPr>
            </a:lvl2pPr>
            <a:lvl3pPr algn="l">
              <a:defRPr sz="1200" b="0">
                <a:solidFill>
                  <a:srgbClr val="5E6C80"/>
                </a:solidFill>
                <a:latin typeface="Arial"/>
                <a:ea typeface="Arial"/>
                <a:cs typeface="Arial"/>
              </a:defRPr>
            </a:lvl3pPr>
            <a:lvl4pPr algn="l">
              <a:defRPr sz="1200" b="0">
                <a:solidFill>
                  <a:srgbClr val="5E6C80"/>
                </a:solidFill>
                <a:latin typeface="Arial"/>
                <a:ea typeface="Arial"/>
                <a:cs typeface="Arial"/>
              </a:defRPr>
            </a:lvl4pPr>
            <a:lvl5pPr algn="l">
              <a:defRPr sz="1200" b="0">
                <a:solidFill>
                  <a:srgbClr val="5E6C80"/>
                </a:solidFill>
                <a:latin typeface="Arial"/>
                <a:ea typeface="Arial"/>
                <a:cs typeface="Arial"/>
              </a:defRPr>
            </a:lvl5pPr>
            <a:lvl6pPr algn="l">
              <a:defRPr sz="1200" b="0">
                <a:solidFill>
                  <a:srgbClr val="5E6C80"/>
                </a:solidFill>
                <a:latin typeface="Arial"/>
                <a:ea typeface="Arial"/>
                <a:cs typeface="Arial"/>
              </a:defRPr>
            </a:lvl6pPr>
            <a:lvl7pPr algn="l">
              <a:defRPr sz="1200" b="0">
                <a:solidFill>
                  <a:srgbClr val="5E6C80"/>
                </a:solidFill>
                <a:latin typeface="Arial"/>
                <a:ea typeface="Arial"/>
                <a:cs typeface="Arial"/>
              </a:defRPr>
            </a:lvl7pPr>
            <a:lvl8pPr algn="l">
              <a:defRPr sz="1200" b="0">
                <a:solidFill>
                  <a:srgbClr val="5E6C80"/>
                </a:solidFill>
                <a:latin typeface="Arial"/>
                <a:ea typeface="Arial"/>
                <a:cs typeface="Arial"/>
              </a:defRPr>
            </a:lvl8pPr>
            <a:lvl9pPr algn="l">
              <a:defRPr sz="1200" b="0">
                <a:solidFill>
                  <a:srgbClr val="5E6C80"/>
                </a:solidFill>
                <a:latin typeface="Arial"/>
                <a:ea typeface="Arial"/>
                <a:cs typeface="Arial"/>
              </a:defRPr>
            </a:lvl9pPr>
          </a:lstStyle>
          <a:p xmlns:a="http://schemas.openxmlformats.org/drawingml/2006/main">
            <a:pPr algn="l">
              <a:defRPr sz="1200" b="0">
                <a:solidFill>
                  <a:srgbClr val="5E6C80"/>
                </a:solidFill>
                <a:latin typeface="Arial"/>
                <a:ea typeface="Arial"/>
                <a:cs typeface="Arial"/>
              </a:defRPr>
            </a:pPr>
            <a:r>
              <a:rPr sz="1200" b="0">
                <a:solidFill>
                  <a:srgbClr val="5E6C80"/>
                </a:solidFill>
                <a:latin typeface="Arial"/>
                <a:ea typeface="Arial"/>
                <a:cs typeface="Arial"/>
              </a:rPr>
              <a:t>VeriFact AI</a:t>
            </a:r>
          </a:p>
        </p:txBody>
      </p:sp>
      <p:sp>
        <p:nvSpPr>
          <p:cNvPr id="4" name="page-number">
            <a:extLst xmlns:a="http://schemas.openxmlformats.org/drawingml/2006/main">
              <a:ext uri="{FF2B5EF4-FFF2-40B4-BE49-F238E27FC236}">
                <a16:creationId xmlns:a16="http://schemas.microsoft.com/office/drawing/2014/main" id="{E610833C-3A82-4A92-978D-8D568CD44C45}"/>
              </a:ext>
            </a:extLst>
          </p:cNvPr>
          <p:cNvSpPr>
            <a:spLocks xmlns:a="http://schemas.openxmlformats.org/drawingml/2006/main" noGrp="1"/>
          </p:cNvSpPr>
          <p:nvPr/>
        </p:nvSpPr>
        <p:spPr>
          <a:xfrm xmlns:a="http://schemas.openxmlformats.org/drawingml/2006/main">
            <a:off x="10477500" y="6457950"/>
            <a:ext cx="1104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E6C80"/>
                </a:solidFill>
                <a:latin typeface="Arial"/>
                <a:ea typeface="Arial"/>
                <a:cs typeface="Arial"/>
              </a:defRPr>
            </a:defPPr>
            <a:lvl1pPr algn="r">
              <a:defRPr sz="1200" b="0">
                <a:solidFill>
                  <a:srgbClr val="5E6C80"/>
                </a:solidFill>
                <a:latin typeface="Arial"/>
                <a:ea typeface="Arial"/>
                <a:cs typeface="Arial"/>
              </a:defRPr>
            </a:lvl1pPr>
            <a:lvl2pPr algn="r">
              <a:defRPr sz="1200" b="0">
                <a:solidFill>
                  <a:srgbClr val="5E6C80"/>
                </a:solidFill>
                <a:latin typeface="Arial"/>
                <a:ea typeface="Arial"/>
                <a:cs typeface="Arial"/>
              </a:defRPr>
            </a:lvl2pPr>
            <a:lvl3pPr algn="r">
              <a:defRPr sz="1200" b="0">
                <a:solidFill>
                  <a:srgbClr val="5E6C80"/>
                </a:solidFill>
                <a:latin typeface="Arial"/>
                <a:ea typeface="Arial"/>
                <a:cs typeface="Arial"/>
              </a:defRPr>
            </a:lvl3pPr>
            <a:lvl4pPr algn="r">
              <a:defRPr sz="1200" b="0">
                <a:solidFill>
                  <a:srgbClr val="5E6C80"/>
                </a:solidFill>
                <a:latin typeface="Arial"/>
                <a:ea typeface="Arial"/>
                <a:cs typeface="Arial"/>
              </a:defRPr>
            </a:lvl4pPr>
            <a:lvl5pPr algn="r">
              <a:defRPr sz="1200" b="0">
                <a:solidFill>
                  <a:srgbClr val="5E6C80"/>
                </a:solidFill>
                <a:latin typeface="Arial"/>
                <a:ea typeface="Arial"/>
                <a:cs typeface="Arial"/>
              </a:defRPr>
            </a:lvl5pPr>
            <a:lvl6pPr algn="r">
              <a:defRPr sz="1200" b="0">
                <a:solidFill>
                  <a:srgbClr val="5E6C80"/>
                </a:solidFill>
                <a:latin typeface="Arial"/>
                <a:ea typeface="Arial"/>
                <a:cs typeface="Arial"/>
              </a:defRPr>
            </a:lvl6pPr>
            <a:lvl7pPr algn="r">
              <a:defRPr sz="1200" b="0">
                <a:solidFill>
                  <a:srgbClr val="5E6C80"/>
                </a:solidFill>
                <a:latin typeface="Arial"/>
                <a:ea typeface="Arial"/>
                <a:cs typeface="Arial"/>
              </a:defRPr>
            </a:lvl7pPr>
            <a:lvl8pPr algn="r">
              <a:defRPr sz="1200" b="0">
                <a:solidFill>
                  <a:srgbClr val="5E6C80"/>
                </a:solidFill>
                <a:latin typeface="Arial"/>
                <a:ea typeface="Arial"/>
                <a:cs typeface="Arial"/>
              </a:defRPr>
            </a:lvl8pPr>
            <a:lvl9pPr algn="r">
              <a:defRPr sz="1200" b="0">
                <a:solidFill>
                  <a:srgbClr val="5E6C80"/>
                </a:solidFill>
                <a:latin typeface="Arial"/>
                <a:ea typeface="Arial"/>
                <a:cs typeface="Arial"/>
              </a:defRPr>
            </a:lvl9pPr>
          </a:lstStyle>
          <a:p xmlns:a="http://schemas.openxmlformats.org/drawingml/2006/main">
            <a:pPr algn="r">
              <a:defRPr sz="1200" b="0">
                <a:solidFill>
                  <a:srgbClr val="5E6C80"/>
                </a:solidFill>
                <a:latin typeface="Arial"/>
                <a:ea typeface="Arial"/>
                <a:cs typeface="Arial"/>
              </a:defRPr>
            </a:pPr>
            <a:r>
              <a:rPr sz="1200" b="0">
                <a:solidFill>
                  <a:srgbClr val="5E6C80"/>
                </a:solidFill>
                <a:latin typeface="Arial"/>
                <a:ea typeface="Arial"/>
                <a:cs typeface="Arial"/>
              </a:rPr>
              <a:t>05 / 08</a:t>
            </a:r>
          </a:p>
        </p:txBody>
      </p:sp>
      <p:sp>
        <p:nvSpPr>
          <p:cNvPr id="5" name="text">
            <a:extLst xmlns:a="http://schemas.openxmlformats.org/drawingml/2006/main">
              <a:ext uri="{FF2B5EF4-FFF2-40B4-BE49-F238E27FC236}">
                <a16:creationId xmlns:a16="http://schemas.microsoft.com/office/drawing/2014/main" id="{1CB9A7DE-27A4-461C-94BF-2C0E95BE6B17}"/>
              </a:ext>
            </a:extLst>
          </p:cNvPr>
          <p:cNvSpPr>
            <a:spLocks xmlns:a="http://schemas.openxmlformats.org/drawingml/2006/main" noGrp="1"/>
          </p:cNvSpPr>
          <p:nvPr/>
        </p:nvSpPr>
        <p:spPr>
          <a:xfrm xmlns:a="http://schemas.openxmlformats.org/drawingml/2006/main">
            <a:off x="609600" y="150495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43B"/>
                </a:solidFill>
                <a:latin typeface="Arial"/>
                <a:ea typeface="Arial"/>
                <a:cs typeface="Arial"/>
              </a:defRPr>
            </a:defPPr>
            <a:lvl1pPr algn="l">
              <a:defRPr sz="2700" b="1">
                <a:solidFill>
                  <a:srgbClr val="17243B"/>
                </a:solidFill>
                <a:latin typeface="Arial"/>
                <a:ea typeface="Arial"/>
                <a:cs typeface="Arial"/>
              </a:defRPr>
            </a:lvl1pPr>
            <a:lvl2pPr algn="l">
              <a:defRPr sz="2700" b="1">
                <a:solidFill>
                  <a:srgbClr val="17243B"/>
                </a:solidFill>
                <a:latin typeface="Arial"/>
                <a:ea typeface="Arial"/>
                <a:cs typeface="Arial"/>
              </a:defRPr>
            </a:lvl2pPr>
            <a:lvl3pPr algn="l">
              <a:defRPr sz="2700" b="1">
                <a:solidFill>
                  <a:srgbClr val="17243B"/>
                </a:solidFill>
                <a:latin typeface="Arial"/>
                <a:ea typeface="Arial"/>
                <a:cs typeface="Arial"/>
              </a:defRPr>
            </a:lvl3pPr>
            <a:lvl4pPr algn="l">
              <a:defRPr sz="2700" b="1">
                <a:solidFill>
                  <a:srgbClr val="17243B"/>
                </a:solidFill>
                <a:latin typeface="Arial"/>
                <a:ea typeface="Arial"/>
                <a:cs typeface="Arial"/>
              </a:defRPr>
            </a:lvl4pPr>
            <a:lvl5pPr algn="l">
              <a:defRPr sz="2700" b="1">
                <a:solidFill>
                  <a:srgbClr val="17243B"/>
                </a:solidFill>
                <a:latin typeface="Arial"/>
                <a:ea typeface="Arial"/>
                <a:cs typeface="Arial"/>
              </a:defRPr>
            </a:lvl5pPr>
            <a:lvl6pPr algn="l">
              <a:defRPr sz="2700" b="1">
                <a:solidFill>
                  <a:srgbClr val="17243B"/>
                </a:solidFill>
                <a:latin typeface="Arial"/>
                <a:ea typeface="Arial"/>
                <a:cs typeface="Arial"/>
              </a:defRPr>
            </a:lvl6pPr>
            <a:lvl7pPr algn="l">
              <a:defRPr sz="2700" b="1">
                <a:solidFill>
                  <a:srgbClr val="17243B"/>
                </a:solidFill>
                <a:latin typeface="Arial"/>
                <a:ea typeface="Arial"/>
                <a:cs typeface="Arial"/>
              </a:defRPr>
            </a:lvl7pPr>
            <a:lvl8pPr algn="l">
              <a:defRPr sz="2700" b="1">
                <a:solidFill>
                  <a:srgbClr val="17243B"/>
                </a:solidFill>
                <a:latin typeface="Arial"/>
                <a:ea typeface="Arial"/>
                <a:cs typeface="Arial"/>
              </a:defRPr>
            </a:lvl8pPr>
            <a:lvl9pPr algn="l">
              <a:defRPr sz="2700" b="1">
                <a:solidFill>
                  <a:srgbClr val="17243B"/>
                </a:solidFill>
                <a:latin typeface="Arial"/>
                <a:ea typeface="Arial"/>
                <a:cs typeface="Arial"/>
              </a:defRPr>
            </a:lvl9pPr>
          </a:lstStyle>
          <a:p xmlns:a="http://schemas.openxmlformats.org/drawingml/2006/main">
            <a:pPr algn="l">
              <a:defRPr sz="2700" b="1">
                <a:solidFill>
                  <a:srgbClr val="17243B"/>
                </a:solidFill>
                <a:latin typeface="Arial"/>
                <a:ea typeface="Arial"/>
                <a:cs typeface="Arial"/>
              </a:defRPr>
            </a:pPr>
            <a:r>
              <a:rPr sz="2700" b="1">
                <a:solidFill>
                  <a:srgbClr val="17243B"/>
                </a:solidFill>
                <a:latin typeface="Arial"/>
                <a:ea typeface="Arial"/>
                <a:cs typeface="Arial"/>
              </a:rPr>
              <a:t>72,134 original rows</a:t>
            </a:r>
          </a:p>
        </p:txBody>
      </p:sp>
      <p:sp>
        <p:nvSpPr>
          <p:cNvPr id="6" name="text">
            <a:extLst xmlns:a="http://schemas.openxmlformats.org/drawingml/2006/main">
              <a:ext uri="{FF2B5EF4-FFF2-40B4-BE49-F238E27FC236}">
                <a16:creationId xmlns:a16="http://schemas.microsoft.com/office/drawing/2014/main" id="{F1E5D316-A238-4AF6-AC1C-482E85D20228}"/>
              </a:ext>
            </a:extLst>
          </p:cNvPr>
          <p:cNvSpPr>
            <a:spLocks xmlns:a="http://schemas.openxmlformats.org/drawingml/2006/main" noGrp="1"/>
          </p:cNvSpPr>
          <p:nvPr/>
        </p:nvSpPr>
        <p:spPr>
          <a:xfrm xmlns:a="http://schemas.openxmlformats.org/drawingml/2006/main">
            <a:off x="609600" y="2114550"/>
            <a:ext cx="595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E6C80"/>
                </a:solidFill>
                <a:latin typeface="Arial"/>
                <a:ea typeface="Arial"/>
                <a:cs typeface="Arial"/>
              </a:defRPr>
            </a:defPPr>
            <a:lvl1pPr algn="l">
              <a:defRPr sz="1800" b="0">
                <a:solidFill>
                  <a:srgbClr val="5E6C80"/>
                </a:solidFill>
                <a:latin typeface="Arial"/>
                <a:ea typeface="Arial"/>
                <a:cs typeface="Arial"/>
              </a:defRPr>
            </a:lvl1pPr>
            <a:lvl2pPr algn="l">
              <a:defRPr sz="1800" b="0">
                <a:solidFill>
                  <a:srgbClr val="5E6C80"/>
                </a:solidFill>
                <a:latin typeface="Arial"/>
                <a:ea typeface="Arial"/>
                <a:cs typeface="Arial"/>
              </a:defRPr>
            </a:lvl2pPr>
            <a:lvl3pPr algn="l">
              <a:defRPr sz="1800" b="0">
                <a:solidFill>
                  <a:srgbClr val="5E6C80"/>
                </a:solidFill>
                <a:latin typeface="Arial"/>
                <a:ea typeface="Arial"/>
                <a:cs typeface="Arial"/>
              </a:defRPr>
            </a:lvl3pPr>
            <a:lvl4pPr algn="l">
              <a:defRPr sz="1800" b="0">
                <a:solidFill>
                  <a:srgbClr val="5E6C80"/>
                </a:solidFill>
                <a:latin typeface="Arial"/>
                <a:ea typeface="Arial"/>
                <a:cs typeface="Arial"/>
              </a:defRPr>
            </a:lvl4pPr>
            <a:lvl5pPr algn="l">
              <a:defRPr sz="1800" b="0">
                <a:solidFill>
                  <a:srgbClr val="5E6C80"/>
                </a:solidFill>
                <a:latin typeface="Arial"/>
                <a:ea typeface="Arial"/>
                <a:cs typeface="Arial"/>
              </a:defRPr>
            </a:lvl5pPr>
            <a:lvl6pPr algn="l">
              <a:defRPr sz="1800" b="0">
                <a:solidFill>
                  <a:srgbClr val="5E6C80"/>
                </a:solidFill>
                <a:latin typeface="Arial"/>
                <a:ea typeface="Arial"/>
                <a:cs typeface="Arial"/>
              </a:defRPr>
            </a:lvl6pPr>
            <a:lvl7pPr algn="l">
              <a:defRPr sz="1800" b="0">
                <a:solidFill>
                  <a:srgbClr val="5E6C80"/>
                </a:solidFill>
                <a:latin typeface="Arial"/>
                <a:ea typeface="Arial"/>
                <a:cs typeface="Arial"/>
              </a:defRPr>
            </a:lvl7pPr>
            <a:lvl8pPr algn="l">
              <a:defRPr sz="1800" b="0">
                <a:solidFill>
                  <a:srgbClr val="5E6C80"/>
                </a:solidFill>
                <a:latin typeface="Arial"/>
                <a:ea typeface="Arial"/>
                <a:cs typeface="Arial"/>
              </a:defRPr>
            </a:lvl8pPr>
            <a:lvl9pPr algn="l">
              <a:defRPr sz="1800" b="0">
                <a:solidFill>
                  <a:srgbClr val="5E6C80"/>
                </a:solidFill>
                <a:latin typeface="Arial"/>
                <a:ea typeface="Arial"/>
                <a:cs typeface="Arial"/>
              </a:defRPr>
            </a:lvl9pPr>
          </a:lstStyle>
          <a:p xmlns:a="http://schemas.openxmlformats.org/drawingml/2006/main">
            <a:pPr algn="l">
              <a:defRPr sz="1800" b="0">
                <a:solidFill>
                  <a:srgbClr val="5E6C80"/>
                </a:solidFill>
                <a:latin typeface="Arial"/>
                <a:ea typeface="Arial"/>
                <a:cs typeface="Arial"/>
              </a:defRPr>
            </a:pPr>
            <a:r>
              <a:rPr sz="1800" b="0">
                <a:solidFill>
                  <a:srgbClr val="5E6C80"/>
                </a:solidFill>
                <a:latin typeface="Arial"/>
                <a:ea typeface="Arial"/>
                <a:cs typeface="Arial"/>
              </a:rPr>
              <a:t>WELFake historical English-news corpus</a:t>
            </a:r>
          </a:p>
        </p:txBody>
      </p:sp>
      <p:sp>
        <p:nvSpPr>
          <p:cNvPr id="7" name="text">
            <a:extLst xmlns:a="http://schemas.openxmlformats.org/drawingml/2006/main">
              <a:ext uri="{FF2B5EF4-FFF2-40B4-BE49-F238E27FC236}">
                <a16:creationId xmlns:a16="http://schemas.microsoft.com/office/drawing/2014/main" id="{96FAF593-55B6-43BE-B433-A0F36186D86C}"/>
              </a:ext>
            </a:extLst>
          </p:cNvPr>
          <p:cNvSpPr>
            <a:spLocks xmlns:a="http://schemas.openxmlformats.org/drawingml/2006/main" noGrp="1"/>
          </p:cNvSpPr>
          <p:nvPr/>
        </p:nvSpPr>
        <p:spPr>
          <a:xfrm xmlns:a="http://schemas.openxmlformats.org/drawingml/2006/main">
            <a:off x="7000875" y="1504950"/>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7C73"/>
                </a:solidFill>
                <a:latin typeface="Arial"/>
                <a:ea typeface="Arial"/>
                <a:cs typeface="Arial"/>
              </a:defRPr>
            </a:defPPr>
            <a:lvl1pPr algn="l">
              <a:defRPr sz="2700" b="1">
                <a:solidFill>
                  <a:srgbClr val="177C73"/>
                </a:solidFill>
                <a:latin typeface="Arial"/>
                <a:ea typeface="Arial"/>
                <a:cs typeface="Arial"/>
              </a:defRPr>
            </a:lvl1pPr>
            <a:lvl2pPr algn="l">
              <a:defRPr sz="2700" b="1">
                <a:solidFill>
                  <a:srgbClr val="177C73"/>
                </a:solidFill>
                <a:latin typeface="Arial"/>
                <a:ea typeface="Arial"/>
                <a:cs typeface="Arial"/>
              </a:defRPr>
            </a:lvl2pPr>
            <a:lvl3pPr algn="l">
              <a:defRPr sz="2700" b="1">
                <a:solidFill>
                  <a:srgbClr val="177C73"/>
                </a:solidFill>
                <a:latin typeface="Arial"/>
                <a:ea typeface="Arial"/>
                <a:cs typeface="Arial"/>
              </a:defRPr>
            </a:lvl3pPr>
            <a:lvl4pPr algn="l">
              <a:defRPr sz="2700" b="1">
                <a:solidFill>
                  <a:srgbClr val="177C73"/>
                </a:solidFill>
                <a:latin typeface="Arial"/>
                <a:ea typeface="Arial"/>
                <a:cs typeface="Arial"/>
              </a:defRPr>
            </a:lvl4pPr>
            <a:lvl5pPr algn="l">
              <a:defRPr sz="2700" b="1">
                <a:solidFill>
                  <a:srgbClr val="177C73"/>
                </a:solidFill>
                <a:latin typeface="Arial"/>
                <a:ea typeface="Arial"/>
                <a:cs typeface="Arial"/>
              </a:defRPr>
            </a:lvl5pPr>
            <a:lvl6pPr algn="l">
              <a:defRPr sz="2700" b="1">
                <a:solidFill>
                  <a:srgbClr val="177C73"/>
                </a:solidFill>
                <a:latin typeface="Arial"/>
                <a:ea typeface="Arial"/>
                <a:cs typeface="Arial"/>
              </a:defRPr>
            </a:lvl6pPr>
            <a:lvl7pPr algn="l">
              <a:defRPr sz="2700" b="1">
                <a:solidFill>
                  <a:srgbClr val="177C73"/>
                </a:solidFill>
                <a:latin typeface="Arial"/>
                <a:ea typeface="Arial"/>
                <a:cs typeface="Arial"/>
              </a:defRPr>
            </a:lvl7pPr>
            <a:lvl8pPr algn="l">
              <a:defRPr sz="2700" b="1">
                <a:solidFill>
                  <a:srgbClr val="177C73"/>
                </a:solidFill>
                <a:latin typeface="Arial"/>
                <a:ea typeface="Arial"/>
                <a:cs typeface="Arial"/>
              </a:defRPr>
            </a:lvl8pPr>
            <a:lvl9pPr algn="l">
              <a:defRPr sz="2700" b="1">
                <a:solidFill>
                  <a:srgbClr val="177C73"/>
                </a:solidFill>
                <a:latin typeface="Arial"/>
                <a:ea typeface="Arial"/>
                <a:cs typeface="Arial"/>
              </a:defRPr>
            </a:lvl9pPr>
          </a:lstStyle>
          <a:p xmlns:a="http://schemas.openxmlformats.org/drawingml/2006/main">
            <a:pPr algn="l">
              <a:defRPr sz="2700" b="1">
                <a:solidFill>
                  <a:srgbClr val="177C73"/>
                </a:solidFill>
                <a:latin typeface="Arial"/>
                <a:ea typeface="Arial"/>
                <a:cs typeface="Arial"/>
              </a:defRPr>
            </a:pPr>
            <a:r>
              <a:rPr sz="2700" b="1">
                <a:solidFill>
                  <a:srgbClr val="177C73"/>
                </a:solidFill>
                <a:latin typeface="Arial"/>
                <a:ea typeface="Arial"/>
                <a:cs typeface="Arial"/>
              </a:rPr>
              <a:t>60,544 retained articles</a:t>
            </a:r>
          </a:p>
        </p:txBody>
      </p:sp>
      <p:sp>
        <p:nvSpPr>
          <p:cNvPr id="8" name="text">
            <a:extLst xmlns:a="http://schemas.openxmlformats.org/drawingml/2006/main">
              <a:ext uri="{FF2B5EF4-FFF2-40B4-BE49-F238E27FC236}">
                <a16:creationId xmlns:a16="http://schemas.microsoft.com/office/drawing/2014/main" id="{2EEED2CB-44B6-40E2-918B-914E58478C19}"/>
              </a:ext>
            </a:extLst>
          </p:cNvPr>
          <p:cNvSpPr>
            <a:spLocks xmlns:a="http://schemas.openxmlformats.org/drawingml/2006/main" noGrp="1"/>
          </p:cNvSpPr>
          <p:nvPr/>
        </p:nvSpPr>
        <p:spPr>
          <a:xfrm xmlns:a="http://schemas.openxmlformats.org/drawingml/2006/main">
            <a:off x="7000875" y="21145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E6C80"/>
                </a:solidFill>
                <a:latin typeface="Arial"/>
                <a:ea typeface="Arial"/>
                <a:cs typeface="Arial"/>
              </a:defRPr>
            </a:defPPr>
            <a:lvl1pPr algn="l">
              <a:defRPr sz="1800" b="0">
                <a:solidFill>
                  <a:srgbClr val="5E6C80"/>
                </a:solidFill>
                <a:latin typeface="Arial"/>
                <a:ea typeface="Arial"/>
                <a:cs typeface="Arial"/>
              </a:defRPr>
            </a:lvl1pPr>
            <a:lvl2pPr algn="l">
              <a:defRPr sz="1800" b="0">
                <a:solidFill>
                  <a:srgbClr val="5E6C80"/>
                </a:solidFill>
                <a:latin typeface="Arial"/>
                <a:ea typeface="Arial"/>
                <a:cs typeface="Arial"/>
              </a:defRPr>
            </a:lvl2pPr>
            <a:lvl3pPr algn="l">
              <a:defRPr sz="1800" b="0">
                <a:solidFill>
                  <a:srgbClr val="5E6C80"/>
                </a:solidFill>
                <a:latin typeface="Arial"/>
                <a:ea typeface="Arial"/>
                <a:cs typeface="Arial"/>
              </a:defRPr>
            </a:lvl3pPr>
            <a:lvl4pPr algn="l">
              <a:defRPr sz="1800" b="0">
                <a:solidFill>
                  <a:srgbClr val="5E6C80"/>
                </a:solidFill>
                <a:latin typeface="Arial"/>
                <a:ea typeface="Arial"/>
                <a:cs typeface="Arial"/>
              </a:defRPr>
            </a:lvl4pPr>
            <a:lvl5pPr algn="l">
              <a:defRPr sz="1800" b="0">
                <a:solidFill>
                  <a:srgbClr val="5E6C80"/>
                </a:solidFill>
                <a:latin typeface="Arial"/>
                <a:ea typeface="Arial"/>
                <a:cs typeface="Arial"/>
              </a:defRPr>
            </a:lvl5pPr>
            <a:lvl6pPr algn="l">
              <a:defRPr sz="1800" b="0">
                <a:solidFill>
                  <a:srgbClr val="5E6C80"/>
                </a:solidFill>
                <a:latin typeface="Arial"/>
                <a:ea typeface="Arial"/>
                <a:cs typeface="Arial"/>
              </a:defRPr>
            </a:lvl6pPr>
            <a:lvl7pPr algn="l">
              <a:defRPr sz="1800" b="0">
                <a:solidFill>
                  <a:srgbClr val="5E6C80"/>
                </a:solidFill>
                <a:latin typeface="Arial"/>
                <a:ea typeface="Arial"/>
                <a:cs typeface="Arial"/>
              </a:defRPr>
            </a:lvl7pPr>
            <a:lvl8pPr algn="l">
              <a:defRPr sz="1800" b="0">
                <a:solidFill>
                  <a:srgbClr val="5E6C80"/>
                </a:solidFill>
                <a:latin typeface="Arial"/>
                <a:ea typeface="Arial"/>
                <a:cs typeface="Arial"/>
              </a:defRPr>
            </a:lvl8pPr>
            <a:lvl9pPr algn="l">
              <a:defRPr sz="1800" b="0">
                <a:solidFill>
                  <a:srgbClr val="5E6C80"/>
                </a:solidFill>
                <a:latin typeface="Arial"/>
                <a:ea typeface="Arial"/>
                <a:cs typeface="Arial"/>
              </a:defRPr>
            </a:lvl9pPr>
          </a:lstStyle>
          <a:p xmlns:a="http://schemas.openxmlformats.org/drawingml/2006/main">
            <a:pPr algn="l">
              <a:defRPr sz="1800" b="0">
                <a:solidFill>
                  <a:srgbClr val="5E6C80"/>
                </a:solidFill>
                <a:latin typeface="Arial"/>
                <a:ea typeface="Arial"/>
                <a:cs typeface="Arial"/>
              </a:defRPr>
            </a:pPr>
            <a:r>
              <a:rPr sz="1800" b="0">
                <a:solidFill>
                  <a:srgbClr val="5E6C80"/>
                </a:solidFill>
                <a:latin typeface="Arial"/>
                <a:ea typeface="Arial"/>
                <a:cs typeface="Arial"/>
              </a:rPr>
              <a:t>Shared cleaning and duplicate handling</a:t>
            </a:r>
          </a:p>
        </p:txBody>
      </p:sp>
      <p:graphicFrame>
        <p:nvGraphicFramePr>
          <p:cNvPr id="9" name="">
            <a:extLst xmlns:a="http://schemas.openxmlformats.org/drawingml/2006/main">
              <a:ext uri="{FF2B5EF4-FFF2-40B4-BE49-F238E27FC236}">
                <a16:creationId xmlns:a16="http://schemas.microsoft.com/office/drawing/2014/main" id="{D2E53278-823A-4A4E-8D6A-26DF04F1DE0B}"/>
              </a:ext>
            </a:extLst>
          </p:cNvPr>
          <p:cNvGraphicFramePr/>
          <p:nvPr/>
        </p:nvGraphicFramePr>
        <p:xfrm>
          <a:off xmlns:a="http://schemas.openxmlformats.org/drawingml/2006/main" x="609600" y="2867025"/>
          <a:ext xmlns:a="http://schemas.openxmlformats.org/drawingml/2006/main" cx="6191250" cy="2724150"/>
        </p:xfrm>
        <a:graphic xmlns:a="http://schemas.openxmlformats.org/drawingml/2006/main">
          <a:graphicData uri="http://schemas.openxmlformats.org/drawingml/2006/table">
            <a:tbl>
              <a:tblPr/>
              <a:tblGrid>
                <a:gridCol w="1714500"/>
                <a:gridCol w="1190625"/>
                <a:gridCol w="3286125"/>
              </a:tblGrid>
              <a:tr h="544830">
                <a:tc>
                  <a:txBody>
                    <a:bodyPr lIns="114300" tIns="76200" rIns="76200" bIns="76200"/>
                    <a:lstStyle/>
                    <a:p>
                      <a:pPr algn="l"/>
                      <a:r>
                        <a:rPr sz="1650" b="1">
                          <a:solidFill>
                            <a:srgbClr val="FFFFFF"/>
                          </a:solidFill>
                          <a:latin typeface="Arial"/>
                          <a:ea typeface="Arial"/>
                          <a:cs typeface="Arial"/>
                        </a:rPr>
                        <a:t>Partition</a:t>
                      </a:r>
                    </a:p>
                  </a:txBody>
                  <a:tcPr marL="91440" marR="91440" marT="45720" marB="45720" anchor="ctr">
                    <a:lnL w="9525">
                      <a:solidFill>
                        <a:srgbClr val="DCE1EB"/>
                      </a:solidFill>
                      <a:prstDash val="solid"/>
                    </a:lnL>
                    <a:lnR w="9525">
                      <a:solidFill>
                        <a:srgbClr val="DCE1EB"/>
                      </a:solidFill>
                      <a:prstDash val="solid"/>
                    </a:lnR>
                    <a:lnT w="9525">
                      <a:solidFill>
                        <a:srgbClr val="DCE1EB"/>
                      </a:solidFill>
                      <a:prstDash val="solid"/>
                    </a:lnT>
                    <a:lnB w="9525">
                      <a:solidFill>
                        <a:srgbClr val="DCE1EB"/>
                      </a:solidFill>
                      <a:prstDash val="solid"/>
                    </a:lnB>
                    <a:solidFill>
                      <a:srgbClr val="17243B"/>
                    </a:solidFill>
                  </a:tcPr>
                </a:tc>
                <a:tc>
                  <a:txBody>
                    <a:bodyPr lIns="114300" tIns="76200" rIns="76200" bIns="76200"/>
                    <a:lstStyle/>
                    <a:p>
                      <a:pPr algn="l"/>
                      <a:r>
                        <a:rPr sz="1650" b="1">
                          <a:solidFill>
                            <a:srgbClr val="FFFFFF"/>
                          </a:solidFill>
                          <a:latin typeface="Arial"/>
                          <a:ea typeface="Arial"/>
                          <a:cs typeface="Arial"/>
                        </a:rPr>
                        <a:t>Articles</a:t>
                      </a:r>
                    </a:p>
                  </a:txBody>
                  <a:tcPr marL="91440" marR="91440" marT="45720" marB="45720" anchor="ctr">
                    <a:lnR w="9525">
                      <a:solidFill>
                        <a:srgbClr val="DCE1EB"/>
                      </a:solidFill>
                      <a:prstDash val="solid"/>
                    </a:lnR>
                    <a:lnT w="9525">
                      <a:solidFill>
                        <a:srgbClr val="DCE1EB"/>
                      </a:solidFill>
                      <a:prstDash val="solid"/>
                    </a:lnT>
                    <a:lnB w="9525">
                      <a:solidFill>
                        <a:srgbClr val="DCE1EB"/>
                      </a:solidFill>
                      <a:prstDash val="solid"/>
                    </a:lnB>
                    <a:solidFill>
                      <a:srgbClr val="17243B"/>
                    </a:solidFill>
                  </a:tcPr>
                </a:tc>
                <a:tc>
                  <a:txBody>
                    <a:bodyPr lIns="114300" tIns="76200" rIns="76200" bIns="76200"/>
                    <a:lstStyle/>
                    <a:p>
                      <a:pPr algn="l"/>
                      <a:r>
                        <a:rPr sz="1650" b="1">
                          <a:solidFill>
                            <a:srgbClr val="FFFFFF"/>
                          </a:solidFill>
                          <a:latin typeface="Arial"/>
                          <a:ea typeface="Arial"/>
                          <a:cs typeface="Arial"/>
                        </a:rPr>
                        <a:t>Role</a:t>
                      </a:r>
                    </a:p>
                  </a:txBody>
                  <a:tcPr marL="91440" marR="91440" marT="45720" marB="45720" anchor="ctr">
                    <a:lnR w="9525">
                      <a:solidFill>
                        <a:srgbClr val="DCE1EB"/>
                      </a:solidFill>
                      <a:prstDash val="solid"/>
                    </a:lnR>
                    <a:lnT w="9525">
                      <a:solidFill>
                        <a:srgbClr val="DCE1EB"/>
                      </a:solidFill>
                      <a:prstDash val="solid"/>
                    </a:lnT>
                    <a:lnB w="9525">
                      <a:solidFill>
                        <a:srgbClr val="DCE1EB"/>
                      </a:solidFill>
                      <a:prstDash val="solid"/>
                    </a:lnB>
                    <a:solidFill>
                      <a:srgbClr val="17243B"/>
                    </a:solidFill>
                  </a:tcPr>
                </a:tc>
              </a:tr>
              <a:tr h="544830">
                <a:tc>
                  <a:txBody>
                    <a:bodyPr lIns="114300" tIns="76200" rIns="76200" bIns="76200"/>
                    <a:lstStyle/>
                    <a:p>
                      <a:pPr algn="l"/>
                      <a:r>
                        <a:rPr sz="1725" b="0">
                          <a:solidFill>
                            <a:srgbClr val="26354C"/>
                          </a:solidFill>
                          <a:latin typeface="Arial"/>
                          <a:ea typeface="Arial"/>
                          <a:cs typeface="Arial"/>
                        </a:rPr>
                        <a:t>Training</a:t>
                      </a:r>
                    </a:p>
                  </a:txBody>
                  <a:tcPr marL="91440" marR="91440" marT="45720" marB="45720" anchor="ctr">
                    <a:lnL w="9525">
                      <a:solidFill>
                        <a:srgbClr val="DCE1EB"/>
                      </a:solidFill>
                      <a:prstDash val="solid"/>
                    </a:lnL>
                    <a:lnR w="9525">
                      <a:solidFill>
                        <a:srgbClr val="DCE1EB"/>
                      </a:solidFill>
                      <a:prstDash val="solid"/>
                    </a:lnR>
                    <a:lnB w="9525">
                      <a:solidFill>
                        <a:srgbClr val="DCE1EB"/>
                      </a:solidFill>
                      <a:prstDash val="solid"/>
                    </a:lnB>
                    <a:solidFill>
                      <a:srgbClr val="FFFFFF"/>
                    </a:solidFill>
                  </a:tcPr>
                </a:tc>
                <a:tc>
                  <a:txBody>
                    <a:bodyPr lIns="114300" tIns="76200" rIns="76200" bIns="76200"/>
                    <a:lstStyle/>
                    <a:p>
                      <a:pPr algn="l"/>
                      <a:r>
                        <a:rPr sz="1725" b="0">
                          <a:solidFill>
                            <a:srgbClr val="26354C"/>
                          </a:solidFill>
                          <a:latin typeface="Arial"/>
                          <a:ea typeface="Arial"/>
                          <a:cs typeface="Arial"/>
                        </a:rPr>
                        <a:t>36,325</a:t>
                      </a:r>
                    </a:p>
                  </a:txBody>
                  <a:tcPr marL="91440" marR="91440" marT="45720" marB="45720" anchor="ctr">
                    <a:lnR w="9525">
                      <a:solidFill>
                        <a:srgbClr val="DCE1EB"/>
                      </a:solidFill>
                      <a:prstDash val="solid"/>
                    </a:lnR>
                    <a:lnB w="9525">
                      <a:solidFill>
                        <a:srgbClr val="DCE1EB"/>
                      </a:solidFill>
                      <a:prstDash val="solid"/>
                    </a:lnB>
                    <a:solidFill>
                      <a:srgbClr val="FFFFFF"/>
                    </a:solidFill>
                  </a:tcPr>
                </a:tc>
                <a:tc>
                  <a:txBody>
                    <a:bodyPr lIns="114300" tIns="76200" rIns="76200" bIns="76200"/>
                    <a:lstStyle/>
                    <a:p>
                      <a:pPr algn="l"/>
                      <a:r>
                        <a:rPr sz="1725" b="0">
                          <a:solidFill>
                            <a:srgbClr val="26354C"/>
                          </a:solidFill>
                          <a:latin typeface="Arial"/>
                          <a:ea typeface="Arial"/>
                          <a:cs typeface="Arial"/>
                        </a:rPr>
                        <a:t>Fit features and SVM</a:t>
                      </a:r>
                    </a:p>
                  </a:txBody>
                  <a:tcPr marL="91440" marR="91440" marT="45720" marB="45720" anchor="ctr">
                    <a:lnR w="9525">
                      <a:solidFill>
                        <a:srgbClr val="DCE1EB"/>
                      </a:solidFill>
                      <a:prstDash val="solid"/>
                    </a:lnR>
                    <a:lnB w="9525">
                      <a:solidFill>
                        <a:srgbClr val="DCE1EB"/>
                      </a:solidFill>
                      <a:prstDash val="solid"/>
                    </a:lnB>
                    <a:solidFill>
                      <a:srgbClr val="FFFFFF"/>
                    </a:solidFill>
                  </a:tcPr>
                </a:tc>
              </a:tr>
              <a:tr h="544830">
                <a:tc>
                  <a:txBody>
                    <a:bodyPr lIns="114300" tIns="76200" rIns="76200" bIns="76200"/>
                    <a:lstStyle/>
                    <a:p>
                      <a:pPr algn="l"/>
                      <a:r>
                        <a:rPr sz="1725" b="0">
                          <a:solidFill>
                            <a:srgbClr val="26354C"/>
                          </a:solidFill>
                          <a:latin typeface="Arial"/>
                          <a:ea typeface="Arial"/>
                          <a:cs typeface="Arial"/>
                        </a:rPr>
                        <a:t>Validation</a:t>
                      </a:r>
                    </a:p>
                  </a:txBody>
                  <a:tcPr marL="91440" marR="91440" marT="45720" marB="45720" anchor="ctr">
                    <a:lnL w="9525">
                      <a:solidFill>
                        <a:srgbClr val="DCE1EB"/>
                      </a:solidFill>
                      <a:prstDash val="solid"/>
                    </a:lnL>
                    <a:lnR w="9525">
                      <a:solidFill>
                        <a:srgbClr val="DCE1EB"/>
                      </a:solidFill>
                      <a:prstDash val="solid"/>
                    </a:lnR>
                    <a:lnB w="9525">
                      <a:solidFill>
                        <a:srgbClr val="DCE1EB"/>
                      </a:solidFill>
                      <a:prstDash val="solid"/>
                    </a:lnB>
                    <a:solidFill>
                      <a:srgbClr val="FFFFFF"/>
                    </a:solidFill>
                  </a:tcPr>
                </a:tc>
                <a:tc>
                  <a:txBody>
                    <a:bodyPr lIns="114300" tIns="76200" rIns="76200" bIns="76200"/>
                    <a:lstStyle/>
                    <a:p>
                      <a:pPr algn="l"/>
                      <a:r>
                        <a:rPr sz="1725" b="0">
                          <a:solidFill>
                            <a:srgbClr val="26354C"/>
                          </a:solidFill>
                          <a:latin typeface="Arial"/>
                          <a:ea typeface="Arial"/>
                          <a:cs typeface="Arial"/>
                        </a:rPr>
                        <a:t>6,054</a:t>
                      </a:r>
                    </a:p>
                  </a:txBody>
                  <a:tcPr marL="91440" marR="91440" marT="45720" marB="45720" anchor="ctr">
                    <a:lnR w="9525">
                      <a:solidFill>
                        <a:srgbClr val="DCE1EB"/>
                      </a:solidFill>
                      <a:prstDash val="solid"/>
                    </a:lnR>
                    <a:lnB w="9525">
                      <a:solidFill>
                        <a:srgbClr val="DCE1EB"/>
                      </a:solidFill>
                      <a:prstDash val="solid"/>
                    </a:lnB>
                    <a:solidFill>
                      <a:srgbClr val="FFFFFF"/>
                    </a:solidFill>
                  </a:tcPr>
                </a:tc>
                <a:tc>
                  <a:txBody>
                    <a:bodyPr lIns="114300" tIns="76200" rIns="76200" bIns="76200"/>
                    <a:lstStyle/>
                    <a:p>
                      <a:pPr algn="l"/>
                      <a:r>
                        <a:rPr sz="1725" b="0">
                          <a:solidFill>
                            <a:srgbClr val="26354C"/>
                          </a:solidFill>
                          <a:latin typeface="Arial"/>
                          <a:ea typeface="Arial"/>
                          <a:cs typeface="Arial"/>
                        </a:rPr>
                        <a:t>Select settings</a:t>
                      </a:r>
                    </a:p>
                  </a:txBody>
                  <a:tcPr marL="91440" marR="91440" marT="45720" marB="45720" anchor="ctr">
                    <a:lnR w="9525">
                      <a:solidFill>
                        <a:srgbClr val="DCE1EB"/>
                      </a:solidFill>
                      <a:prstDash val="solid"/>
                    </a:lnR>
                    <a:lnB w="9525">
                      <a:solidFill>
                        <a:srgbClr val="DCE1EB"/>
                      </a:solidFill>
                      <a:prstDash val="solid"/>
                    </a:lnB>
                    <a:solidFill>
                      <a:srgbClr val="FFFFFF"/>
                    </a:solidFill>
                  </a:tcPr>
                </a:tc>
              </a:tr>
              <a:tr h="544830">
                <a:tc>
                  <a:txBody>
                    <a:bodyPr lIns="114300" tIns="76200" rIns="76200" bIns="76200"/>
                    <a:lstStyle/>
                    <a:p>
                      <a:pPr algn="l"/>
                      <a:r>
                        <a:rPr sz="1725" b="0">
                          <a:solidFill>
                            <a:srgbClr val="26354C"/>
                          </a:solidFill>
                          <a:latin typeface="Arial"/>
                          <a:ea typeface="Arial"/>
                          <a:cs typeface="Arial"/>
                        </a:rPr>
                        <a:t>Calibration</a:t>
                      </a:r>
                    </a:p>
                  </a:txBody>
                  <a:tcPr marL="91440" marR="91440" marT="45720" marB="45720" anchor="ctr">
                    <a:lnL w="9525">
                      <a:solidFill>
                        <a:srgbClr val="DCE1EB"/>
                      </a:solidFill>
                      <a:prstDash val="solid"/>
                    </a:lnL>
                    <a:lnR w="9525">
                      <a:solidFill>
                        <a:srgbClr val="DCE1EB"/>
                      </a:solidFill>
                      <a:prstDash val="solid"/>
                    </a:lnR>
                    <a:lnB w="9525">
                      <a:solidFill>
                        <a:srgbClr val="DCE1EB"/>
                      </a:solidFill>
                      <a:prstDash val="solid"/>
                    </a:lnB>
                    <a:solidFill>
                      <a:srgbClr val="FFFFFF"/>
                    </a:solidFill>
                  </a:tcPr>
                </a:tc>
                <a:tc>
                  <a:txBody>
                    <a:bodyPr lIns="114300" tIns="76200" rIns="76200" bIns="76200"/>
                    <a:lstStyle/>
                    <a:p>
                      <a:pPr algn="l"/>
                      <a:r>
                        <a:rPr sz="1725" b="0">
                          <a:solidFill>
                            <a:srgbClr val="26354C"/>
                          </a:solidFill>
                          <a:latin typeface="Arial"/>
                          <a:ea typeface="Arial"/>
                          <a:cs typeface="Arial"/>
                        </a:rPr>
                        <a:t>6,055</a:t>
                      </a:r>
                    </a:p>
                  </a:txBody>
                  <a:tcPr marL="91440" marR="91440" marT="45720" marB="45720" anchor="ctr">
                    <a:lnR w="9525">
                      <a:solidFill>
                        <a:srgbClr val="DCE1EB"/>
                      </a:solidFill>
                      <a:prstDash val="solid"/>
                    </a:lnR>
                    <a:lnB w="9525">
                      <a:solidFill>
                        <a:srgbClr val="DCE1EB"/>
                      </a:solidFill>
                      <a:prstDash val="solid"/>
                    </a:lnB>
                    <a:solidFill>
                      <a:srgbClr val="FFFFFF"/>
                    </a:solidFill>
                  </a:tcPr>
                </a:tc>
                <a:tc>
                  <a:txBody>
                    <a:bodyPr lIns="114300" tIns="76200" rIns="76200" bIns="76200"/>
                    <a:lstStyle/>
                    <a:p>
                      <a:pPr algn="l"/>
                      <a:r>
                        <a:rPr sz="1725" b="0">
                          <a:solidFill>
                            <a:srgbClr val="26354C"/>
                          </a:solidFill>
                          <a:latin typeface="Arial"/>
                          <a:ea typeface="Arial"/>
                          <a:cs typeface="Arial"/>
                        </a:rPr>
                        <a:t>Map scores to estimates</a:t>
                      </a:r>
                    </a:p>
                  </a:txBody>
                  <a:tcPr marL="91440" marR="91440" marT="45720" marB="45720" anchor="ctr">
                    <a:lnR w="9525">
                      <a:solidFill>
                        <a:srgbClr val="DCE1EB"/>
                      </a:solidFill>
                      <a:prstDash val="solid"/>
                    </a:lnR>
                    <a:lnB w="9525">
                      <a:solidFill>
                        <a:srgbClr val="DCE1EB"/>
                      </a:solidFill>
                      <a:prstDash val="solid"/>
                    </a:lnB>
                    <a:solidFill>
                      <a:srgbClr val="FFFFFF"/>
                    </a:solidFill>
                  </a:tcPr>
                </a:tc>
              </a:tr>
              <a:tr h="544830">
                <a:tc>
                  <a:txBody>
                    <a:bodyPr lIns="114300" tIns="76200" rIns="76200" bIns="76200"/>
                    <a:lstStyle/>
                    <a:p>
                      <a:pPr algn="l"/>
                      <a:r>
                        <a:rPr sz="1725" b="0">
                          <a:solidFill>
                            <a:srgbClr val="26354C"/>
                          </a:solidFill>
                          <a:latin typeface="Arial"/>
                          <a:ea typeface="Arial"/>
                          <a:cs typeface="Arial"/>
                        </a:rPr>
                        <a:t>Test</a:t>
                      </a:r>
                    </a:p>
                  </a:txBody>
                  <a:tcPr marL="91440" marR="91440" marT="45720" marB="45720" anchor="ctr">
                    <a:lnL w="9525">
                      <a:solidFill>
                        <a:srgbClr val="DCE1EB"/>
                      </a:solidFill>
                      <a:prstDash val="solid"/>
                    </a:lnL>
                    <a:lnR w="9525">
                      <a:solidFill>
                        <a:srgbClr val="DCE1EB"/>
                      </a:solidFill>
                      <a:prstDash val="solid"/>
                    </a:lnR>
                    <a:lnB w="9525">
                      <a:solidFill>
                        <a:srgbClr val="DCE1EB"/>
                      </a:solidFill>
                      <a:prstDash val="solid"/>
                    </a:lnB>
                    <a:solidFill>
                      <a:srgbClr val="FFFFFF"/>
                    </a:solidFill>
                  </a:tcPr>
                </a:tc>
                <a:tc>
                  <a:txBody>
                    <a:bodyPr lIns="114300" tIns="76200" rIns="76200" bIns="76200"/>
                    <a:lstStyle/>
                    <a:p>
                      <a:pPr algn="l"/>
                      <a:r>
                        <a:rPr sz="1725" b="0">
                          <a:solidFill>
                            <a:srgbClr val="26354C"/>
                          </a:solidFill>
                          <a:latin typeface="Arial"/>
                          <a:ea typeface="Arial"/>
                          <a:cs typeface="Arial"/>
                        </a:rPr>
                        <a:t>12,110</a:t>
                      </a:r>
                    </a:p>
                  </a:txBody>
                  <a:tcPr marL="91440" marR="91440" marT="45720" marB="45720" anchor="ctr">
                    <a:lnR w="9525">
                      <a:solidFill>
                        <a:srgbClr val="DCE1EB"/>
                      </a:solidFill>
                      <a:prstDash val="solid"/>
                    </a:lnR>
                    <a:lnB w="9525">
                      <a:solidFill>
                        <a:srgbClr val="DCE1EB"/>
                      </a:solidFill>
                      <a:prstDash val="solid"/>
                    </a:lnB>
                    <a:solidFill>
                      <a:srgbClr val="FFFFFF"/>
                    </a:solidFill>
                  </a:tcPr>
                </a:tc>
                <a:tc>
                  <a:txBody>
                    <a:bodyPr lIns="114300" tIns="76200" rIns="76200" bIns="76200"/>
                    <a:lstStyle/>
                    <a:p>
                      <a:pPr algn="l"/>
                      <a:r>
                        <a:rPr sz="1725" b="0">
                          <a:solidFill>
                            <a:srgbClr val="26354C"/>
                          </a:solidFill>
                          <a:latin typeface="Arial"/>
                          <a:ea typeface="Arial"/>
                          <a:cs typeface="Arial"/>
                        </a:rPr>
                        <a:t>Measure performance</a:t>
                      </a:r>
                    </a:p>
                  </a:txBody>
                  <a:tcPr marL="91440" marR="91440" marT="45720" marB="45720" anchor="ctr">
                    <a:lnR w="9525">
                      <a:solidFill>
                        <a:srgbClr val="DCE1EB"/>
                      </a:solidFill>
                      <a:prstDash val="solid"/>
                    </a:lnR>
                    <a:lnB w="9525">
                      <a:solidFill>
                        <a:srgbClr val="DCE1EB"/>
                      </a:solidFill>
                      <a:prstDash val="solid"/>
                    </a:lnB>
                    <a:solidFill>
                      <a:srgbClr val="FFFFFF"/>
                    </a:solidFill>
                  </a:tcPr>
                </a:tc>
              </a:tr>
            </a:tbl>
          </a:graphicData>
        </a:graphic>
      </p:graphicFrame>
      <p:sp>
        <p:nvSpPr>
          <p:cNvPr id="10" name="text">
            <a:extLst xmlns:a="http://schemas.openxmlformats.org/drawingml/2006/main">
              <a:ext uri="{FF2B5EF4-FFF2-40B4-BE49-F238E27FC236}">
                <a16:creationId xmlns:a16="http://schemas.microsoft.com/office/drawing/2014/main" id="{EC213C57-9547-44C9-87BD-ECAA9EB8BFE7}"/>
              </a:ext>
            </a:extLst>
          </p:cNvPr>
          <p:cNvSpPr>
            <a:spLocks xmlns:a="http://schemas.openxmlformats.org/drawingml/2006/main" noGrp="1"/>
          </p:cNvSpPr>
          <p:nvPr/>
        </p:nvSpPr>
        <p:spPr>
          <a:xfrm xmlns:a="http://schemas.openxmlformats.org/drawingml/2006/main">
            <a:off x="7239000" y="2886075"/>
            <a:ext cx="428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7052D9"/>
                </a:solidFill>
                <a:latin typeface="Arial"/>
                <a:ea typeface="Arial"/>
                <a:cs typeface="Arial"/>
              </a:defRPr>
            </a:defPPr>
            <a:lvl1pPr algn="l">
              <a:defRPr sz="3600" b="1">
                <a:solidFill>
                  <a:srgbClr val="7052D9"/>
                </a:solidFill>
                <a:latin typeface="Arial"/>
                <a:ea typeface="Arial"/>
                <a:cs typeface="Arial"/>
              </a:defRPr>
            </a:lvl1pPr>
            <a:lvl2pPr algn="l">
              <a:defRPr sz="3600" b="1">
                <a:solidFill>
                  <a:srgbClr val="7052D9"/>
                </a:solidFill>
                <a:latin typeface="Arial"/>
                <a:ea typeface="Arial"/>
                <a:cs typeface="Arial"/>
              </a:defRPr>
            </a:lvl2pPr>
            <a:lvl3pPr algn="l">
              <a:defRPr sz="3600" b="1">
                <a:solidFill>
                  <a:srgbClr val="7052D9"/>
                </a:solidFill>
                <a:latin typeface="Arial"/>
                <a:ea typeface="Arial"/>
                <a:cs typeface="Arial"/>
              </a:defRPr>
            </a:lvl3pPr>
            <a:lvl4pPr algn="l">
              <a:defRPr sz="3600" b="1">
                <a:solidFill>
                  <a:srgbClr val="7052D9"/>
                </a:solidFill>
                <a:latin typeface="Arial"/>
                <a:ea typeface="Arial"/>
                <a:cs typeface="Arial"/>
              </a:defRPr>
            </a:lvl4pPr>
            <a:lvl5pPr algn="l">
              <a:defRPr sz="3600" b="1">
                <a:solidFill>
                  <a:srgbClr val="7052D9"/>
                </a:solidFill>
                <a:latin typeface="Arial"/>
                <a:ea typeface="Arial"/>
                <a:cs typeface="Arial"/>
              </a:defRPr>
            </a:lvl5pPr>
            <a:lvl6pPr algn="l">
              <a:defRPr sz="3600" b="1">
                <a:solidFill>
                  <a:srgbClr val="7052D9"/>
                </a:solidFill>
                <a:latin typeface="Arial"/>
                <a:ea typeface="Arial"/>
                <a:cs typeface="Arial"/>
              </a:defRPr>
            </a:lvl6pPr>
            <a:lvl7pPr algn="l">
              <a:defRPr sz="3600" b="1">
                <a:solidFill>
                  <a:srgbClr val="7052D9"/>
                </a:solidFill>
                <a:latin typeface="Arial"/>
                <a:ea typeface="Arial"/>
                <a:cs typeface="Arial"/>
              </a:defRPr>
            </a:lvl7pPr>
            <a:lvl8pPr algn="l">
              <a:defRPr sz="3600" b="1">
                <a:solidFill>
                  <a:srgbClr val="7052D9"/>
                </a:solidFill>
                <a:latin typeface="Arial"/>
                <a:ea typeface="Arial"/>
                <a:cs typeface="Arial"/>
              </a:defRPr>
            </a:lvl8pPr>
            <a:lvl9pPr algn="l">
              <a:defRPr sz="3600" b="1">
                <a:solidFill>
                  <a:srgbClr val="7052D9"/>
                </a:solidFill>
                <a:latin typeface="Arial"/>
                <a:ea typeface="Arial"/>
                <a:cs typeface="Arial"/>
              </a:defRPr>
            </a:lvl9pPr>
          </a:lstStyle>
          <a:p xmlns:a="http://schemas.openxmlformats.org/drawingml/2006/main">
            <a:pPr algn="l">
              <a:defRPr sz="3600" b="1">
                <a:solidFill>
                  <a:srgbClr val="7052D9"/>
                </a:solidFill>
                <a:latin typeface="Arial"/>
                <a:ea typeface="Arial"/>
                <a:cs typeface="Arial"/>
              </a:defRPr>
            </a:pPr>
            <a:r>
              <a:rPr sz="3600" b="1">
                <a:solidFill>
                  <a:srgbClr val="7052D9"/>
                </a:solidFill>
                <a:latin typeface="Arial"/>
                <a:ea typeface="Arial"/>
                <a:cs typeface="Arial"/>
              </a:rPr>
              <a:t>140,000</a:t>
            </a:r>
          </a:p>
        </p:txBody>
      </p:sp>
      <p:sp>
        <p:nvSpPr>
          <p:cNvPr id="11" name="text">
            <a:extLst xmlns:a="http://schemas.openxmlformats.org/drawingml/2006/main">
              <a:ext uri="{FF2B5EF4-FFF2-40B4-BE49-F238E27FC236}">
                <a16:creationId xmlns:a16="http://schemas.microsoft.com/office/drawing/2014/main" id="{2A99DA62-B5AE-47B4-B74F-43EC147FC087}"/>
              </a:ext>
            </a:extLst>
          </p:cNvPr>
          <p:cNvSpPr>
            <a:spLocks xmlns:a="http://schemas.openxmlformats.org/drawingml/2006/main" noGrp="1"/>
          </p:cNvSpPr>
          <p:nvPr/>
        </p:nvSpPr>
        <p:spPr>
          <a:xfrm xmlns:a="http://schemas.openxmlformats.org/drawingml/2006/main">
            <a:off x="7239000" y="358140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6354C"/>
                </a:solidFill>
                <a:latin typeface="Arial"/>
                <a:ea typeface="Arial"/>
                <a:cs typeface="Arial"/>
              </a:defRPr>
            </a:defPPr>
            <a:lvl1pPr algn="l">
              <a:defRPr sz="1800" b="0">
                <a:solidFill>
                  <a:srgbClr val="26354C"/>
                </a:solidFill>
                <a:latin typeface="Arial"/>
                <a:ea typeface="Arial"/>
                <a:cs typeface="Arial"/>
              </a:defRPr>
            </a:lvl1pPr>
            <a:lvl2pPr algn="l">
              <a:defRPr sz="1800" b="0">
                <a:solidFill>
                  <a:srgbClr val="26354C"/>
                </a:solidFill>
                <a:latin typeface="Arial"/>
                <a:ea typeface="Arial"/>
                <a:cs typeface="Arial"/>
              </a:defRPr>
            </a:lvl2pPr>
            <a:lvl3pPr algn="l">
              <a:defRPr sz="1800" b="0">
                <a:solidFill>
                  <a:srgbClr val="26354C"/>
                </a:solidFill>
                <a:latin typeface="Arial"/>
                <a:ea typeface="Arial"/>
                <a:cs typeface="Arial"/>
              </a:defRPr>
            </a:lvl3pPr>
            <a:lvl4pPr algn="l">
              <a:defRPr sz="1800" b="0">
                <a:solidFill>
                  <a:srgbClr val="26354C"/>
                </a:solidFill>
                <a:latin typeface="Arial"/>
                <a:ea typeface="Arial"/>
                <a:cs typeface="Arial"/>
              </a:defRPr>
            </a:lvl4pPr>
            <a:lvl5pPr algn="l">
              <a:defRPr sz="1800" b="0">
                <a:solidFill>
                  <a:srgbClr val="26354C"/>
                </a:solidFill>
                <a:latin typeface="Arial"/>
                <a:ea typeface="Arial"/>
                <a:cs typeface="Arial"/>
              </a:defRPr>
            </a:lvl5pPr>
            <a:lvl6pPr algn="l">
              <a:defRPr sz="1800" b="0">
                <a:solidFill>
                  <a:srgbClr val="26354C"/>
                </a:solidFill>
                <a:latin typeface="Arial"/>
                <a:ea typeface="Arial"/>
                <a:cs typeface="Arial"/>
              </a:defRPr>
            </a:lvl6pPr>
            <a:lvl7pPr algn="l">
              <a:defRPr sz="1800" b="0">
                <a:solidFill>
                  <a:srgbClr val="26354C"/>
                </a:solidFill>
                <a:latin typeface="Arial"/>
                <a:ea typeface="Arial"/>
                <a:cs typeface="Arial"/>
              </a:defRPr>
            </a:lvl7pPr>
            <a:lvl8pPr algn="l">
              <a:defRPr sz="1800" b="0">
                <a:solidFill>
                  <a:srgbClr val="26354C"/>
                </a:solidFill>
                <a:latin typeface="Arial"/>
                <a:ea typeface="Arial"/>
                <a:cs typeface="Arial"/>
              </a:defRPr>
            </a:lvl8pPr>
            <a:lvl9pPr algn="l">
              <a:defRPr sz="1800" b="0">
                <a:solidFill>
                  <a:srgbClr val="26354C"/>
                </a:solidFill>
                <a:latin typeface="Arial"/>
                <a:ea typeface="Arial"/>
                <a:cs typeface="Arial"/>
              </a:defRPr>
            </a:lvl9pPr>
          </a:lstStyle>
          <a:p xmlns:a="http://schemas.openxmlformats.org/drawingml/2006/main">
            <a:pPr algn="l">
              <a:defRPr sz="1800" b="0">
                <a:solidFill>
                  <a:srgbClr val="26354C"/>
                </a:solidFill>
                <a:latin typeface="Arial"/>
                <a:ea typeface="Arial"/>
                <a:cs typeface="Arial"/>
              </a:defRPr>
            </a:pPr>
            <a:r>
              <a:rPr sz="1800" b="0">
                <a:solidFill>
                  <a:srgbClr val="26354C"/>
                </a:solidFill>
                <a:latin typeface="Arial"/>
                <a:ea typeface="Arial"/>
                <a:cs typeface="Arial"/>
              </a:rPr>
              <a:t>Word and two-word phrase features</a:t>
            </a:r>
          </a:p>
        </p:txBody>
      </p:sp>
      <p:sp>
        <p:nvSpPr>
          <p:cNvPr id="12" name="text">
            <a:extLst xmlns:a="http://schemas.openxmlformats.org/drawingml/2006/main">
              <a:ext uri="{FF2B5EF4-FFF2-40B4-BE49-F238E27FC236}">
                <a16:creationId xmlns:a16="http://schemas.microsoft.com/office/drawing/2014/main" id="{15616529-66DD-458C-B9F0-4C706EB0AAC5}"/>
              </a:ext>
            </a:extLst>
          </p:cNvPr>
          <p:cNvSpPr>
            <a:spLocks xmlns:a="http://schemas.openxmlformats.org/drawingml/2006/main" noGrp="1"/>
          </p:cNvSpPr>
          <p:nvPr/>
        </p:nvSpPr>
        <p:spPr>
          <a:xfrm xmlns:a="http://schemas.openxmlformats.org/drawingml/2006/main">
            <a:off x="7239000" y="4419600"/>
            <a:ext cx="428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243B"/>
                </a:solidFill>
                <a:latin typeface="Arial"/>
                <a:ea typeface="Arial"/>
                <a:cs typeface="Arial"/>
              </a:defRPr>
            </a:defPPr>
            <a:lvl1pPr algn="l">
              <a:defRPr sz="1875" b="1">
                <a:solidFill>
                  <a:srgbClr val="17243B"/>
                </a:solidFill>
                <a:latin typeface="Arial"/>
                <a:ea typeface="Arial"/>
                <a:cs typeface="Arial"/>
              </a:defRPr>
            </a:lvl1pPr>
            <a:lvl2pPr algn="l">
              <a:defRPr sz="1875" b="1">
                <a:solidFill>
                  <a:srgbClr val="17243B"/>
                </a:solidFill>
                <a:latin typeface="Arial"/>
                <a:ea typeface="Arial"/>
                <a:cs typeface="Arial"/>
              </a:defRPr>
            </a:lvl2pPr>
            <a:lvl3pPr algn="l">
              <a:defRPr sz="1875" b="1">
                <a:solidFill>
                  <a:srgbClr val="17243B"/>
                </a:solidFill>
                <a:latin typeface="Arial"/>
                <a:ea typeface="Arial"/>
                <a:cs typeface="Arial"/>
              </a:defRPr>
            </a:lvl3pPr>
            <a:lvl4pPr algn="l">
              <a:defRPr sz="1875" b="1">
                <a:solidFill>
                  <a:srgbClr val="17243B"/>
                </a:solidFill>
                <a:latin typeface="Arial"/>
                <a:ea typeface="Arial"/>
                <a:cs typeface="Arial"/>
              </a:defRPr>
            </a:lvl4pPr>
            <a:lvl5pPr algn="l">
              <a:defRPr sz="1875" b="1">
                <a:solidFill>
                  <a:srgbClr val="17243B"/>
                </a:solidFill>
                <a:latin typeface="Arial"/>
                <a:ea typeface="Arial"/>
                <a:cs typeface="Arial"/>
              </a:defRPr>
            </a:lvl5pPr>
            <a:lvl6pPr algn="l">
              <a:defRPr sz="1875" b="1">
                <a:solidFill>
                  <a:srgbClr val="17243B"/>
                </a:solidFill>
                <a:latin typeface="Arial"/>
                <a:ea typeface="Arial"/>
                <a:cs typeface="Arial"/>
              </a:defRPr>
            </a:lvl6pPr>
            <a:lvl7pPr algn="l">
              <a:defRPr sz="1875" b="1">
                <a:solidFill>
                  <a:srgbClr val="17243B"/>
                </a:solidFill>
                <a:latin typeface="Arial"/>
                <a:ea typeface="Arial"/>
                <a:cs typeface="Arial"/>
              </a:defRPr>
            </a:lvl7pPr>
            <a:lvl8pPr algn="l">
              <a:defRPr sz="1875" b="1">
                <a:solidFill>
                  <a:srgbClr val="17243B"/>
                </a:solidFill>
                <a:latin typeface="Arial"/>
                <a:ea typeface="Arial"/>
                <a:cs typeface="Arial"/>
              </a:defRPr>
            </a:lvl8pPr>
            <a:lvl9pPr algn="l">
              <a:defRPr sz="1875" b="1">
                <a:solidFill>
                  <a:srgbClr val="17243B"/>
                </a:solidFill>
                <a:latin typeface="Arial"/>
                <a:ea typeface="Arial"/>
                <a:cs typeface="Arial"/>
              </a:defRPr>
            </a:lvl9pPr>
          </a:lstStyle>
          <a:p xmlns:a="http://schemas.openxmlformats.org/drawingml/2006/main">
            <a:pPr algn="l">
              <a:defRPr sz="1875" b="1">
                <a:solidFill>
                  <a:srgbClr val="17243B"/>
                </a:solidFill>
                <a:latin typeface="Arial"/>
                <a:ea typeface="Arial"/>
                <a:cs typeface="Arial"/>
              </a:defRPr>
            </a:pPr>
            <a:r>
              <a:rPr sz="1875" b="1">
                <a:solidFill>
                  <a:srgbClr val="17243B"/>
                </a:solidFill>
                <a:latin typeface="Arial"/>
                <a:ea typeface="Arial"/>
                <a:cs typeface="Arial"/>
              </a:rPr>
              <a:t>Linear SVM, selected C = 2</a:t>
            </a:r>
          </a:p>
        </p:txBody>
      </p:sp>
      <p:sp>
        <p:nvSpPr>
          <p:cNvPr id="13" name="text">
            <a:extLst xmlns:a="http://schemas.openxmlformats.org/drawingml/2006/main">
              <a:ext uri="{FF2B5EF4-FFF2-40B4-BE49-F238E27FC236}">
                <a16:creationId xmlns:a16="http://schemas.microsoft.com/office/drawing/2014/main" id="{F9A68F66-EEAE-441E-9CAF-29DE4321EA3F}"/>
              </a:ext>
            </a:extLst>
          </p:cNvPr>
          <p:cNvSpPr>
            <a:spLocks xmlns:a="http://schemas.openxmlformats.org/drawingml/2006/main" noGrp="1"/>
          </p:cNvSpPr>
          <p:nvPr/>
        </p:nvSpPr>
        <p:spPr>
          <a:xfrm xmlns:a="http://schemas.openxmlformats.org/drawingml/2006/main">
            <a:off x="7239000" y="4933950"/>
            <a:ext cx="428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E6C80"/>
                </a:solidFill>
                <a:latin typeface="Arial"/>
                <a:ea typeface="Arial"/>
                <a:cs typeface="Arial"/>
              </a:defRPr>
            </a:defPPr>
            <a:lvl1pPr algn="l">
              <a:defRPr sz="1725" b="0">
                <a:solidFill>
                  <a:srgbClr val="5E6C80"/>
                </a:solidFill>
                <a:latin typeface="Arial"/>
                <a:ea typeface="Arial"/>
                <a:cs typeface="Arial"/>
              </a:defRPr>
            </a:lvl1pPr>
            <a:lvl2pPr algn="l">
              <a:defRPr sz="1725" b="0">
                <a:solidFill>
                  <a:srgbClr val="5E6C80"/>
                </a:solidFill>
                <a:latin typeface="Arial"/>
                <a:ea typeface="Arial"/>
                <a:cs typeface="Arial"/>
              </a:defRPr>
            </a:lvl2pPr>
            <a:lvl3pPr algn="l">
              <a:defRPr sz="1725" b="0">
                <a:solidFill>
                  <a:srgbClr val="5E6C80"/>
                </a:solidFill>
                <a:latin typeface="Arial"/>
                <a:ea typeface="Arial"/>
                <a:cs typeface="Arial"/>
              </a:defRPr>
            </a:lvl3pPr>
            <a:lvl4pPr algn="l">
              <a:defRPr sz="1725" b="0">
                <a:solidFill>
                  <a:srgbClr val="5E6C80"/>
                </a:solidFill>
                <a:latin typeface="Arial"/>
                <a:ea typeface="Arial"/>
                <a:cs typeface="Arial"/>
              </a:defRPr>
            </a:lvl4pPr>
            <a:lvl5pPr algn="l">
              <a:defRPr sz="1725" b="0">
                <a:solidFill>
                  <a:srgbClr val="5E6C80"/>
                </a:solidFill>
                <a:latin typeface="Arial"/>
                <a:ea typeface="Arial"/>
                <a:cs typeface="Arial"/>
              </a:defRPr>
            </a:lvl5pPr>
            <a:lvl6pPr algn="l">
              <a:defRPr sz="1725" b="0">
                <a:solidFill>
                  <a:srgbClr val="5E6C80"/>
                </a:solidFill>
                <a:latin typeface="Arial"/>
                <a:ea typeface="Arial"/>
                <a:cs typeface="Arial"/>
              </a:defRPr>
            </a:lvl6pPr>
            <a:lvl7pPr algn="l">
              <a:defRPr sz="1725" b="0">
                <a:solidFill>
                  <a:srgbClr val="5E6C80"/>
                </a:solidFill>
                <a:latin typeface="Arial"/>
                <a:ea typeface="Arial"/>
                <a:cs typeface="Arial"/>
              </a:defRPr>
            </a:lvl7pPr>
            <a:lvl8pPr algn="l">
              <a:defRPr sz="1725" b="0">
                <a:solidFill>
                  <a:srgbClr val="5E6C80"/>
                </a:solidFill>
                <a:latin typeface="Arial"/>
                <a:ea typeface="Arial"/>
                <a:cs typeface="Arial"/>
              </a:defRPr>
            </a:lvl8pPr>
            <a:lvl9pPr algn="l">
              <a:defRPr sz="1725" b="0">
                <a:solidFill>
                  <a:srgbClr val="5E6C80"/>
                </a:solidFill>
                <a:latin typeface="Arial"/>
                <a:ea typeface="Arial"/>
                <a:cs typeface="Arial"/>
              </a:defRPr>
            </a:lvl9pPr>
          </a:lstStyle>
          <a:p xmlns:a="http://schemas.openxmlformats.org/drawingml/2006/main">
            <a:pPr algn="l">
              <a:defRPr sz="1725" b="0">
                <a:solidFill>
                  <a:srgbClr val="5E6C80"/>
                </a:solidFill>
                <a:latin typeface="Arial"/>
                <a:ea typeface="Arial"/>
                <a:cs typeface="Arial"/>
              </a:defRPr>
            </a:pPr>
            <a:r>
              <a:rPr sz="1725" b="0">
                <a:solidFill>
                  <a:srgbClr val="5E6C80"/>
                </a:solidFill>
                <a:latin typeface="Arial"/>
                <a:ea typeface="Arial"/>
                <a:cs typeface="Arial"/>
              </a:rPr>
              <a:t>Separate sigmoid calibration</a:t>
            </a:r>
          </a:p>
          <a:p xmlns:a="http://schemas.openxmlformats.org/drawingml/2006/main">
            <a:pPr algn="l">
              <a:defRPr sz="1725" b="0">
                <a:solidFill>
                  <a:srgbClr val="5E6C80"/>
                </a:solidFill>
                <a:latin typeface="Arial"/>
                <a:ea typeface="Arial"/>
                <a:cs typeface="Arial"/>
              </a:defRPr>
            </a:pPr>
            <a:r>
              <a:rPr sz="1725" b="0">
                <a:solidFill>
                  <a:srgbClr val="5E6C80"/>
                </a:solidFill>
                <a:latin typeface="Arial"/>
                <a:ea typeface="Arial"/>
                <a:cs typeface="Arial"/>
              </a:rPr>
              <a:t>Duplicate groups stay in one split</a:t>
            </a:r>
          </a:p>
        </p:txBody>
      </p:sp>
      <p:sp>
        <p:nvSpPr>
          <p:cNvPr id="14" name="text">
            <a:extLst xmlns:a="http://schemas.openxmlformats.org/drawingml/2006/main">
              <a:ext uri="{FF2B5EF4-FFF2-40B4-BE49-F238E27FC236}">
                <a16:creationId xmlns:a16="http://schemas.microsoft.com/office/drawing/2014/main" id="{BE72FCB5-15B2-41E4-B292-04EC1806CCC9}"/>
              </a:ext>
            </a:extLst>
          </p:cNvPr>
          <p:cNvSpPr>
            <a:spLocks xmlns:a="http://schemas.openxmlformats.org/drawingml/2006/main" noGrp="1"/>
          </p:cNvSpPr>
          <p:nvPr/>
        </p:nvSpPr>
        <p:spPr>
          <a:xfrm xmlns:a="http://schemas.openxmlformats.org/drawingml/2006/main">
            <a:off x="609600" y="5915025"/>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7052D9"/>
                </a:solidFill>
                <a:latin typeface="Arial"/>
                <a:ea typeface="Arial"/>
                <a:cs typeface="Arial"/>
              </a:defRPr>
            </a:defPPr>
            <a:lvl1pPr algn="l">
              <a:defRPr sz="1650" b="1">
                <a:solidFill>
                  <a:srgbClr val="7052D9"/>
                </a:solidFill>
                <a:latin typeface="Arial"/>
                <a:ea typeface="Arial"/>
                <a:cs typeface="Arial"/>
              </a:defRPr>
            </a:lvl1pPr>
            <a:lvl2pPr algn="l">
              <a:defRPr sz="1650" b="1">
                <a:solidFill>
                  <a:srgbClr val="7052D9"/>
                </a:solidFill>
                <a:latin typeface="Arial"/>
                <a:ea typeface="Arial"/>
                <a:cs typeface="Arial"/>
              </a:defRPr>
            </a:lvl2pPr>
            <a:lvl3pPr algn="l">
              <a:defRPr sz="1650" b="1">
                <a:solidFill>
                  <a:srgbClr val="7052D9"/>
                </a:solidFill>
                <a:latin typeface="Arial"/>
                <a:ea typeface="Arial"/>
                <a:cs typeface="Arial"/>
              </a:defRPr>
            </a:lvl3pPr>
            <a:lvl4pPr algn="l">
              <a:defRPr sz="1650" b="1">
                <a:solidFill>
                  <a:srgbClr val="7052D9"/>
                </a:solidFill>
                <a:latin typeface="Arial"/>
                <a:ea typeface="Arial"/>
                <a:cs typeface="Arial"/>
              </a:defRPr>
            </a:lvl4pPr>
            <a:lvl5pPr algn="l">
              <a:defRPr sz="1650" b="1">
                <a:solidFill>
                  <a:srgbClr val="7052D9"/>
                </a:solidFill>
                <a:latin typeface="Arial"/>
                <a:ea typeface="Arial"/>
                <a:cs typeface="Arial"/>
              </a:defRPr>
            </a:lvl5pPr>
            <a:lvl6pPr algn="l">
              <a:defRPr sz="1650" b="1">
                <a:solidFill>
                  <a:srgbClr val="7052D9"/>
                </a:solidFill>
                <a:latin typeface="Arial"/>
                <a:ea typeface="Arial"/>
                <a:cs typeface="Arial"/>
              </a:defRPr>
            </a:lvl6pPr>
            <a:lvl7pPr algn="l">
              <a:defRPr sz="1650" b="1">
                <a:solidFill>
                  <a:srgbClr val="7052D9"/>
                </a:solidFill>
                <a:latin typeface="Arial"/>
                <a:ea typeface="Arial"/>
                <a:cs typeface="Arial"/>
              </a:defRPr>
            </a:lvl7pPr>
            <a:lvl8pPr algn="l">
              <a:defRPr sz="1650" b="1">
                <a:solidFill>
                  <a:srgbClr val="7052D9"/>
                </a:solidFill>
                <a:latin typeface="Arial"/>
                <a:ea typeface="Arial"/>
                <a:cs typeface="Arial"/>
              </a:defRPr>
            </a:lvl8pPr>
            <a:lvl9pPr algn="l">
              <a:defRPr sz="1650" b="1">
                <a:solidFill>
                  <a:srgbClr val="7052D9"/>
                </a:solidFill>
                <a:latin typeface="Arial"/>
                <a:ea typeface="Arial"/>
                <a:cs typeface="Arial"/>
              </a:defRPr>
            </a:lvl9pPr>
          </a:lstStyle>
          <a:p xmlns:a="http://schemas.openxmlformats.org/drawingml/2006/main">
            <a:pPr algn="l">
              <a:defRPr sz="1650" b="1">
                <a:solidFill>
                  <a:srgbClr val="7052D9"/>
                </a:solidFill>
                <a:latin typeface="Arial"/>
                <a:ea typeface="Arial"/>
                <a:cs typeface="Arial"/>
              </a:defRPr>
            </a:pPr>
            <a:r>
              <a:rPr sz="1650" b="1">
                <a:solidFill>
                  <a:srgbClr val="7052D9"/>
                </a:solidFill>
                <a:latin typeface="Arial"/>
                <a:ea typeface="Arial"/>
                <a:cs typeface="Arial"/>
              </a:rPr>
              <a:t>Training: backend/training/articles.py</a:t>
            </a:r>
          </a:p>
        </p:txBody>
      </p:sp>
      <p:sp>
        <p:nvSpPr>
          <p:cNvPr id="15" name="text">
            <a:extLst xmlns:a="http://schemas.openxmlformats.org/drawingml/2006/main">
              <a:ext uri="{FF2B5EF4-FFF2-40B4-BE49-F238E27FC236}">
                <a16:creationId xmlns:a16="http://schemas.microsoft.com/office/drawing/2014/main" id="{59778113-FA3B-4F9D-BB5C-73829F0EACE6}"/>
              </a:ext>
            </a:extLst>
          </p:cNvPr>
          <p:cNvSpPr>
            <a:spLocks xmlns:a="http://schemas.openxmlformats.org/drawingml/2006/main" noGrp="1"/>
          </p:cNvSpPr>
          <p:nvPr/>
        </p:nvSpPr>
        <p:spPr>
          <a:xfrm xmlns:a="http://schemas.openxmlformats.org/drawingml/2006/main">
            <a:off x="7239000" y="5915025"/>
            <a:ext cx="434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77C73"/>
                </a:solidFill>
                <a:latin typeface="Arial"/>
                <a:ea typeface="Arial"/>
                <a:cs typeface="Arial"/>
              </a:defRPr>
            </a:defPPr>
            <a:lvl1pPr algn="l">
              <a:defRPr sz="1650" b="1">
                <a:solidFill>
                  <a:srgbClr val="177C73"/>
                </a:solidFill>
                <a:latin typeface="Arial"/>
                <a:ea typeface="Arial"/>
                <a:cs typeface="Arial"/>
              </a:defRPr>
            </a:lvl1pPr>
            <a:lvl2pPr algn="l">
              <a:defRPr sz="1650" b="1">
                <a:solidFill>
                  <a:srgbClr val="177C73"/>
                </a:solidFill>
                <a:latin typeface="Arial"/>
                <a:ea typeface="Arial"/>
                <a:cs typeface="Arial"/>
              </a:defRPr>
            </a:lvl2pPr>
            <a:lvl3pPr algn="l">
              <a:defRPr sz="1650" b="1">
                <a:solidFill>
                  <a:srgbClr val="177C73"/>
                </a:solidFill>
                <a:latin typeface="Arial"/>
                <a:ea typeface="Arial"/>
                <a:cs typeface="Arial"/>
              </a:defRPr>
            </a:lvl3pPr>
            <a:lvl4pPr algn="l">
              <a:defRPr sz="1650" b="1">
                <a:solidFill>
                  <a:srgbClr val="177C73"/>
                </a:solidFill>
                <a:latin typeface="Arial"/>
                <a:ea typeface="Arial"/>
                <a:cs typeface="Arial"/>
              </a:defRPr>
            </a:lvl4pPr>
            <a:lvl5pPr algn="l">
              <a:defRPr sz="1650" b="1">
                <a:solidFill>
                  <a:srgbClr val="177C73"/>
                </a:solidFill>
                <a:latin typeface="Arial"/>
                <a:ea typeface="Arial"/>
                <a:cs typeface="Arial"/>
              </a:defRPr>
            </a:lvl5pPr>
            <a:lvl6pPr algn="l">
              <a:defRPr sz="1650" b="1">
                <a:solidFill>
                  <a:srgbClr val="177C73"/>
                </a:solidFill>
                <a:latin typeface="Arial"/>
                <a:ea typeface="Arial"/>
                <a:cs typeface="Arial"/>
              </a:defRPr>
            </a:lvl6pPr>
            <a:lvl7pPr algn="l">
              <a:defRPr sz="1650" b="1">
                <a:solidFill>
                  <a:srgbClr val="177C73"/>
                </a:solidFill>
                <a:latin typeface="Arial"/>
                <a:ea typeface="Arial"/>
                <a:cs typeface="Arial"/>
              </a:defRPr>
            </a:lvl7pPr>
            <a:lvl8pPr algn="l">
              <a:defRPr sz="1650" b="1">
                <a:solidFill>
                  <a:srgbClr val="177C73"/>
                </a:solidFill>
                <a:latin typeface="Arial"/>
                <a:ea typeface="Arial"/>
                <a:cs typeface="Arial"/>
              </a:defRPr>
            </a:lvl8pPr>
            <a:lvl9pPr algn="l">
              <a:defRPr sz="1650" b="1">
                <a:solidFill>
                  <a:srgbClr val="177C73"/>
                </a:solidFill>
                <a:latin typeface="Arial"/>
                <a:ea typeface="Arial"/>
                <a:cs typeface="Arial"/>
              </a:defRPr>
            </a:lvl9pPr>
          </a:lstStyle>
          <a:p xmlns:a="http://schemas.openxmlformats.org/drawingml/2006/main">
            <a:pPr algn="l">
              <a:defRPr sz="1650" b="1">
                <a:solidFill>
                  <a:srgbClr val="177C73"/>
                </a:solidFill>
                <a:latin typeface="Arial"/>
                <a:ea typeface="Arial"/>
                <a:cs typeface="Arial"/>
              </a:defRPr>
            </a:pPr>
            <a:r>
              <a:rPr sz="1650" b="1">
                <a:solidFill>
                  <a:srgbClr val="177C73"/>
                </a:solidFill>
                <a:latin typeface="Arial"/>
                <a:ea typeface="Arial"/>
                <a:cs typeface="Arial"/>
              </a:rPr>
              <a:t>Saved artifact: model.joblib</a:t>
            </a:r>
          </a:p>
        </p:txBody>
      </p:sp>
    </p:spTree>
    <p:extLst>
      <p:ext uri="{BB962C8B-B14F-4D97-AF65-F5344CB8AC3E}">
        <p14:creationId xmlns:p14="http://schemas.microsoft.com/office/powerpoint/2010/main" val="14796143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7CA33654-CA79-40A2-9C9F-A202AA6494F2}"/>
              </a:ext>
            </a:extLst>
          </p:cNvPr>
          <p:cNvSpPr>
            <a:spLocks xmlns:a="http://schemas.openxmlformats.org/drawingml/2006/main" noGrp="1"/>
          </p:cNvSpPr>
          <p:nvPr/>
        </p:nvSpPr>
        <p:spPr>
          <a:xfrm xmlns:a="http://schemas.openxmlformats.org/drawingml/2006/main">
            <a:off x="609600" y="5143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43B"/>
                </a:solidFill>
                <a:latin typeface="Arial"/>
                <a:ea typeface="Arial"/>
                <a:cs typeface="Arial"/>
              </a:defRPr>
            </a:defPPr>
            <a:lvl1pPr algn="l">
              <a:defRPr sz="3300" b="1">
                <a:solidFill>
                  <a:srgbClr val="17243B"/>
                </a:solidFill>
                <a:latin typeface="Arial"/>
                <a:ea typeface="Arial"/>
                <a:cs typeface="Arial"/>
              </a:defRPr>
            </a:lvl1pPr>
            <a:lvl2pPr algn="l">
              <a:defRPr sz="3300" b="1">
                <a:solidFill>
                  <a:srgbClr val="17243B"/>
                </a:solidFill>
                <a:latin typeface="Arial"/>
                <a:ea typeface="Arial"/>
                <a:cs typeface="Arial"/>
              </a:defRPr>
            </a:lvl2pPr>
            <a:lvl3pPr algn="l">
              <a:defRPr sz="3300" b="1">
                <a:solidFill>
                  <a:srgbClr val="17243B"/>
                </a:solidFill>
                <a:latin typeface="Arial"/>
                <a:ea typeface="Arial"/>
                <a:cs typeface="Arial"/>
              </a:defRPr>
            </a:lvl3pPr>
            <a:lvl4pPr algn="l">
              <a:defRPr sz="3300" b="1">
                <a:solidFill>
                  <a:srgbClr val="17243B"/>
                </a:solidFill>
                <a:latin typeface="Arial"/>
                <a:ea typeface="Arial"/>
                <a:cs typeface="Arial"/>
              </a:defRPr>
            </a:lvl4pPr>
            <a:lvl5pPr algn="l">
              <a:defRPr sz="3300" b="1">
                <a:solidFill>
                  <a:srgbClr val="17243B"/>
                </a:solidFill>
                <a:latin typeface="Arial"/>
                <a:ea typeface="Arial"/>
                <a:cs typeface="Arial"/>
              </a:defRPr>
            </a:lvl5pPr>
            <a:lvl6pPr algn="l">
              <a:defRPr sz="3300" b="1">
                <a:solidFill>
                  <a:srgbClr val="17243B"/>
                </a:solidFill>
                <a:latin typeface="Arial"/>
                <a:ea typeface="Arial"/>
                <a:cs typeface="Arial"/>
              </a:defRPr>
            </a:lvl6pPr>
            <a:lvl7pPr algn="l">
              <a:defRPr sz="3300" b="1">
                <a:solidFill>
                  <a:srgbClr val="17243B"/>
                </a:solidFill>
                <a:latin typeface="Arial"/>
                <a:ea typeface="Arial"/>
                <a:cs typeface="Arial"/>
              </a:defRPr>
            </a:lvl7pPr>
            <a:lvl8pPr algn="l">
              <a:defRPr sz="3300" b="1">
                <a:solidFill>
                  <a:srgbClr val="17243B"/>
                </a:solidFill>
                <a:latin typeface="Arial"/>
                <a:ea typeface="Arial"/>
                <a:cs typeface="Arial"/>
              </a:defRPr>
            </a:lvl8pPr>
            <a:lvl9pPr algn="l">
              <a:defRPr sz="3300" b="1">
                <a:solidFill>
                  <a:srgbClr val="17243B"/>
                </a:solidFill>
                <a:latin typeface="Arial"/>
                <a:ea typeface="Arial"/>
                <a:cs typeface="Arial"/>
              </a:defRPr>
            </a:lvl9pPr>
          </a:lstStyle>
          <a:p xmlns:a="http://schemas.openxmlformats.org/drawingml/2006/main">
            <a:pPr algn="l">
              <a:defRPr sz="3300" b="1">
                <a:solidFill>
                  <a:srgbClr val="17243B"/>
                </a:solidFill>
                <a:latin typeface="Arial"/>
                <a:ea typeface="Arial"/>
                <a:cs typeface="Arial"/>
              </a:defRPr>
            </a:pPr>
            <a:r>
              <a:rPr sz="3300" b="1">
                <a:solidFill>
                  <a:srgbClr val="17243B"/>
                </a:solidFill>
                <a:latin typeface="Arial"/>
                <a:ea typeface="Arial"/>
                <a:cs typeface="Arial"/>
              </a:rPr>
              <a:t>Working demo: understanding an article</a:t>
            </a:r>
          </a:p>
        </p:txBody>
      </p:sp>
      <p:sp>
        <p:nvSpPr>
          <p:cNvPr id="3" name="footer-brand">
            <a:extLst xmlns:a="http://schemas.openxmlformats.org/drawingml/2006/main">
              <a:ext uri="{FF2B5EF4-FFF2-40B4-BE49-F238E27FC236}">
                <a16:creationId xmlns:a16="http://schemas.microsoft.com/office/drawing/2014/main" id="{106D3BBD-40B0-44EE-9F96-764F1A85EFAD}"/>
              </a:ext>
            </a:extLst>
          </p:cNvPr>
          <p:cNvSpPr>
            <a:spLocks xmlns:a="http://schemas.openxmlformats.org/drawingml/2006/main" noGrp="1"/>
          </p:cNvSpPr>
          <p:nvPr/>
        </p:nvSpPr>
        <p:spPr>
          <a:xfrm xmlns:a="http://schemas.openxmlformats.org/drawingml/2006/main">
            <a:off x="60960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E6C80"/>
                </a:solidFill>
                <a:latin typeface="Arial"/>
                <a:ea typeface="Arial"/>
                <a:cs typeface="Arial"/>
              </a:defRPr>
            </a:defPPr>
            <a:lvl1pPr algn="l">
              <a:defRPr sz="1200" b="0">
                <a:solidFill>
                  <a:srgbClr val="5E6C80"/>
                </a:solidFill>
                <a:latin typeface="Arial"/>
                <a:ea typeface="Arial"/>
                <a:cs typeface="Arial"/>
              </a:defRPr>
            </a:lvl1pPr>
            <a:lvl2pPr algn="l">
              <a:defRPr sz="1200" b="0">
                <a:solidFill>
                  <a:srgbClr val="5E6C80"/>
                </a:solidFill>
                <a:latin typeface="Arial"/>
                <a:ea typeface="Arial"/>
                <a:cs typeface="Arial"/>
              </a:defRPr>
            </a:lvl2pPr>
            <a:lvl3pPr algn="l">
              <a:defRPr sz="1200" b="0">
                <a:solidFill>
                  <a:srgbClr val="5E6C80"/>
                </a:solidFill>
                <a:latin typeface="Arial"/>
                <a:ea typeface="Arial"/>
                <a:cs typeface="Arial"/>
              </a:defRPr>
            </a:lvl3pPr>
            <a:lvl4pPr algn="l">
              <a:defRPr sz="1200" b="0">
                <a:solidFill>
                  <a:srgbClr val="5E6C80"/>
                </a:solidFill>
                <a:latin typeface="Arial"/>
                <a:ea typeface="Arial"/>
                <a:cs typeface="Arial"/>
              </a:defRPr>
            </a:lvl4pPr>
            <a:lvl5pPr algn="l">
              <a:defRPr sz="1200" b="0">
                <a:solidFill>
                  <a:srgbClr val="5E6C80"/>
                </a:solidFill>
                <a:latin typeface="Arial"/>
                <a:ea typeface="Arial"/>
                <a:cs typeface="Arial"/>
              </a:defRPr>
            </a:lvl5pPr>
            <a:lvl6pPr algn="l">
              <a:defRPr sz="1200" b="0">
                <a:solidFill>
                  <a:srgbClr val="5E6C80"/>
                </a:solidFill>
                <a:latin typeface="Arial"/>
                <a:ea typeface="Arial"/>
                <a:cs typeface="Arial"/>
              </a:defRPr>
            </a:lvl6pPr>
            <a:lvl7pPr algn="l">
              <a:defRPr sz="1200" b="0">
                <a:solidFill>
                  <a:srgbClr val="5E6C80"/>
                </a:solidFill>
                <a:latin typeface="Arial"/>
                <a:ea typeface="Arial"/>
                <a:cs typeface="Arial"/>
              </a:defRPr>
            </a:lvl7pPr>
            <a:lvl8pPr algn="l">
              <a:defRPr sz="1200" b="0">
                <a:solidFill>
                  <a:srgbClr val="5E6C80"/>
                </a:solidFill>
                <a:latin typeface="Arial"/>
                <a:ea typeface="Arial"/>
                <a:cs typeface="Arial"/>
              </a:defRPr>
            </a:lvl8pPr>
            <a:lvl9pPr algn="l">
              <a:defRPr sz="1200" b="0">
                <a:solidFill>
                  <a:srgbClr val="5E6C80"/>
                </a:solidFill>
                <a:latin typeface="Arial"/>
                <a:ea typeface="Arial"/>
                <a:cs typeface="Arial"/>
              </a:defRPr>
            </a:lvl9pPr>
          </a:lstStyle>
          <a:p xmlns:a="http://schemas.openxmlformats.org/drawingml/2006/main">
            <a:pPr algn="l">
              <a:defRPr sz="1200" b="0">
                <a:solidFill>
                  <a:srgbClr val="5E6C80"/>
                </a:solidFill>
                <a:latin typeface="Arial"/>
                <a:ea typeface="Arial"/>
                <a:cs typeface="Arial"/>
              </a:defRPr>
            </a:pPr>
            <a:r>
              <a:rPr sz="1200" b="0">
                <a:solidFill>
                  <a:srgbClr val="5E6C80"/>
                </a:solidFill>
                <a:latin typeface="Arial"/>
                <a:ea typeface="Arial"/>
                <a:cs typeface="Arial"/>
              </a:rPr>
              <a:t>VeriFact AI</a:t>
            </a:r>
          </a:p>
        </p:txBody>
      </p:sp>
      <p:sp>
        <p:nvSpPr>
          <p:cNvPr id="4" name="page-number">
            <a:extLst xmlns:a="http://schemas.openxmlformats.org/drawingml/2006/main">
              <a:ext uri="{FF2B5EF4-FFF2-40B4-BE49-F238E27FC236}">
                <a16:creationId xmlns:a16="http://schemas.microsoft.com/office/drawing/2014/main" id="{E6A67800-0C6E-4EAA-902E-B2CE4F8884A4}"/>
              </a:ext>
            </a:extLst>
          </p:cNvPr>
          <p:cNvSpPr>
            <a:spLocks xmlns:a="http://schemas.openxmlformats.org/drawingml/2006/main" noGrp="1"/>
          </p:cNvSpPr>
          <p:nvPr/>
        </p:nvSpPr>
        <p:spPr>
          <a:xfrm xmlns:a="http://schemas.openxmlformats.org/drawingml/2006/main">
            <a:off x="10477500" y="6457950"/>
            <a:ext cx="1104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E6C80"/>
                </a:solidFill>
                <a:latin typeface="Arial"/>
                <a:ea typeface="Arial"/>
                <a:cs typeface="Arial"/>
              </a:defRPr>
            </a:defPPr>
            <a:lvl1pPr algn="r">
              <a:defRPr sz="1200" b="0">
                <a:solidFill>
                  <a:srgbClr val="5E6C80"/>
                </a:solidFill>
                <a:latin typeface="Arial"/>
                <a:ea typeface="Arial"/>
                <a:cs typeface="Arial"/>
              </a:defRPr>
            </a:lvl1pPr>
            <a:lvl2pPr algn="r">
              <a:defRPr sz="1200" b="0">
                <a:solidFill>
                  <a:srgbClr val="5E6C80"/>
                </a:solidFill>
                <a:latin typeface="Arial"/>
                <a:ea typeface="Arial"/>
                <a:cs typeface="Arial"/>
              </a:defRPr>
            </a:lvl2pPr>
            <a:lvl3pPr algn="r">
              <a:defRPr sz="1200" b="0">
                <a:solidFill>
                  <a:srgbClr val="5E6C80"/>
                </a:solidFill>
                <a:latin typeface="Arial"/>
                <a:ea typeface="Arial"/>
                <a:cs typeface="Arial"/>
              </a:defRPr>
            </a:lvl3pPr>
            <a:lvl4pPr algn="r">
              <a:defRPr sz="1200" b="0">
                <a:solidFill>
                  <a:srgbClr val="5E6C80"/>
                </a:solidFill>
                <a:latin typeface="Arial"/>
                <a:ea typeface="Arial"/>
                <a:cs typeface="Arial"/>
              </a:defRPr>
            </a:lvl4pPr>
            <a:lvl5pPr algn="r">
              <a:defRPr sz="1200" b="0">
                <a:solidFill>
                  <a:srgbClr val="5E6C80"/>
                </a:solidFill>
                <a:latin typeface="Arial"/>
                <a:ea typeface="Arial"/>
                <a:cs typeface="Arial"/>
              </a:defRPr>
            </a:lvl5pPr>
            <a:lvl6pPr algn="r">
              <a:defRPr sz="1200" b="0">
                <a:solidFill>
                  <a:srgbClr val="5E6C80"/>
                </a:solidFill>
                <a:latin typeface="Arial"/>
                <a:ea typeface="Arial"/>
                <a:cs typeface="Arial"/>
              </a:defRPr>
            </a:lvl6pPr>
            <a:lvl7pPr algn="r">
              <a:defRPr sz="1200" b="0">
                <a:solidFill>
                  <a:srgbClr val="5E6C80"/>
                </a:solidFill>
                <a:latin typeface="Arial"/>
                <a:ea typeface="Arial"/>
                <a:cs typeface="Arial"/>
              </a:defRPr>
            </a:lvl7pPr>
            <a:lvl8pPr algn="r">
              <a:defRPr sz="1200" b="0">
                <a:solidFill>
                  <a:srgbClr val="5E6C80"/>
                </a:solidFill>
                <a:latin typeface="Arial"/>
                <a:ea typeface="Arial"/>
                <a:cs typeface="Arial"/>
              </a:defRPr>
            </a:lvl8pPr>
            <a:lvl9pPr algn="r">
              <a:defRPr sz="1200" b="0">
                <a:solidFill>
                  <a:srgbClr val="5E6C80"/>
                </a:solidFill>
                <a:latin typeface="Arial"/>
                <a:ea typeface="Arial"/>
                <a:cs typeface="Arial"/>
              </a:defRPr>
            </a:lvl9pPr>
          </a:lstStyle>
          <a:p xmlns:a="http://schemas.openxmlformats.org/drawingml/2006/main">
            <a:pPr algn="r">
              <a:defRPr sz="1200" b="0">
                <a:solidFill>
                  <a:srgbClr val="5E6C80"/>
                </a:solidFill>
                <a:latin typeface="Arial"/>
                <a:ea typeface="Arial"/>
                <a:cs typeface="Arial"/>
              </a:defRPr>
            </a:pPr>
            <a:r>
              <a:rPr sz="1200" b="0">
                <a:solidFill>
                  <a:srgbClr val="5E6C80"/>
                </a:solidFill>
                <a:latin typeface="Arial"/>
                <a:ea typeface="Arial"/>
                <a:cs typeface="Arial"/>
              </a:rPr>
              <a:t>06 / 08</a:t>
            </a:r>
          </a:p>
        </p:txBody>
      </p:sp>
      <p:pic>
        <p:nvPicPr>
          <p:cNvPr id="5" name="">
            <a:extLst xmlns:a="http://schemas.openxmlformats.org/drawingml/2006/main">
              <a:ext uri="{FF2B5EF4-FFF2-40B4-BE49-F238E27FC236}">
                <a16:creationId xmlns:a16="http://schemas.microsoft.com/office/drawing/2014/main" id="{B0AE9A82-BD4F-4209-85DB-287450BF164B}"/>
              </a:ext>
            </a:extLst>
          </p:cNvPr>
          <p:cNvPicPr>
            <a:picLocks xmlns:a="http://schemas.openxmlformats.org/drawingml/2006/main" noChangeAspect="1"/>
          </p:cNvPicPr>
          <p:nvPr/>
        </p:nvPicPr>
        <p:blipFill>
          <a:blip xmlns:r="http://schemas.openxmlformats.org/officeDocument/2006/relationships" xmlns:a="http://schemas.openxmlformats.org/drawingml/2006/main" r:embed="Rc502e5ce203e4639"/>
          <a:srcRect xmlns:a="http://schemas.openxmlformats.org/drawingml/2006/main" l="23" t="0" r="23" b="0"/>
          <a:stretch xmlns:a="http://schemas.openxmlformats.org/drawingml/2006/main">
            <a:fillRect l="0" t="0" r="0" b="0"/>
          </a:stretch>
        </p:blipFill>
        <p:spPr>
          <a:xfrm xmlns:a="http://schemas.openxmlformats.org/drawingml/2006/main">
            <a:off x="609600" y="1571625"/>
            <a:ext cx="7296150" cy="462915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F547831D-6CCE-4B75-B312-2343F547C93A}"/>
              </a:ext>
            </a:extLst>
          </p:cNvPr>
          <p:cNvSpPr>
            <a:spLocks xmlns:a="http://schemas.openxmlformats.org/drawingml/2006/main" noGrp="1"/>
          </p:cNvSpPr>
          <p:nvPr/>
        </p:nvSpPr>
        <p:spPr>
          <a:xfrm xmlns:a="http://schemas.openxmlformats.org/drawingml/2006/main">
            <a:off x="8286750" y="1600200"/>
            <a:ext cx="328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7052D9"/>
                </a:solidFill>
                <a:latin typeface="Arial"/>
                <a:ea typeface="Arial"/>
                <a:cs typeface="Arial"/>
              </a:defRPr>
            </a:defPPr>
            <a:lvl1pPr algn="l">
              <a:defRPr sz="1875" b="1">
                <a:solidFill>
                  <a:srgbClr val="7052D9"/>
                </a:solidFill>
                <a:latin typeface="Arial"/>
                <a:ea typeface="Arial"/>
                <a:cs typeface="Arial"/>
              </a:defRPr>
            </a:lvl1pPr>
            <a:lvl2pPr algn="l">
              <a:defRPr sz="1875" b="1">
                <a:solidFill>
                  <a:srgbClr val="7052D9"/>
                </a:solidFill>
                <a:latin typeface="Arial"/>
                <a:ea typeface="Arial"/>
                <a:cs typeface="Arial"/>
              </a:defRPr>
            </a:lvl2pPr>
            <a:lvl3pPr algn="l">
              <a:defRPr sz="1875" b="1">
                <a:solidFill>
                  <a:srgbClr val="7052D9"/>
                </a:solidFill>
                <a:latin typeface="Arial"/>
                <a:ea typeface="Arial"/>
                <a:cs typeface="Arial"/>
              </a:defRPr>
            </a:lvl3pPr>
            <a:lvl4pPr algn="l">
              <a:defRPr sz="1875" b="1">
                <a:solidFill>
                  <a:srgbClr val="7052D9"/>
                </a:solidFill>
                <a:latin typeface="Arial"/>
                <a:ea typeface="Arial"/>
                <a:cs typeface="Arial"/>
              </a:defRPr>
            </a:lvl4pPr>
            <a:lvl5pPr algn="l">
              <a:defRPr sz="1875" b="1">
                <a:solidFill>
                  <a:srgbClr val="7052D9"/>
                </a:solidFill>
                <a:latin typeface="Arial"/>
                <a:ea typeface="Arial"/>
                <a:cs typeface="Arial"/>
              </a:defRPr>
            </a:lvl5pPr>
            <a:lvl6pPr algn="l">
              <a:defRPr sz="1875" b="1">
                <a:solidFill>
                  <a:srgbClr val="7052D9"/>
                </a:solidFill>
                <a:latin typeface="Arial"/>
                <a:ea typeface="Arial"/>
                <a:cs typeface="Arial"/>
              </a:defRPr>
            </a:lvl6pPr>
            <a:lvl7pPr algn="l">
              <a:defRPr sz="1875" b="1">
                <a:solidFill>
                  <a:srgbClr val="7052D9"/>
                </a:solidFill>
                <a:latin typeface="Arial"/>
                <a:ea typeface="Arial"/>
                <a:cs typeface="Arial"/>
              </a:defRPr>
            </a:lvl7pPr>
            <a:lvl8pPr algn="l">
              <a:defRPr sz="1875" b="1">
                <a:solidFill>
                  <a:srgbClr val="7052D9"/>
                </a:solidFill>
                <a:latin typeface="Arial"/>
                <a:ea typeface="Arial"/>
                <a:cs typeface="Arial"/>
              </a:defRPr>
            </a:lvl8pPr>
            <a:lvl9pPr algn="l">
              <a:defRPr sz="1875" b="1">
                <a:solidFill>
                  <a:srgbClr val="7052D9"/>
                </a:solidFill>
                <a:latin typeface="Arial"/>
                <a:ea typeface="Arial"/>
                <a:cs typeface="Arial"/>
              </a:defRPr>
            </a:lvl9pPr>
          </a:lstStyle>
          <a:p xmlns:a="http://schemas.openxmlformats.org/drawingml/2006/main">
            <a:pPr algn="l">
              <a:defRPr sz="1875" b="1">
                <a:solidFill>
                  <a:srgbClr val="7052D9"/>
                </a:solidFill>
                <a:latin typeface="Arial"/>
                <a:ea typeface="Arial"/>
                <a:cs typeface="Arial"/>
              </a:defRPr>
            </a:pPr>
            <a:r>
              <a:rPr sz="1875" b="1">
                <a:solidFill>
                  <a:srgbClr val="7052D9"/>
                </a:solidFill>
                <a:latin typeface="Arial"/>
                <a:ea typeface="Arial"/>
                <a:cs typeface="Arial"/>
              </a:rPr>
              <a:t>Input</a:t>
            </a:r>
          </a:p>
        </p:txBody>
      </p:sp>
      <p:sp>
        <p:nvSpPr>
          <p:cNvPr id="7" name="text">
            <a:extLst xmlns:a="http://schemas.openxmlformats.org/drawingml/2006/main">
              <a:ext uri="{FF2B5EF4-FFF2-40B4-BE49-F238E27FC236}">
                <a16:creationId xmlns:a16="http://schemas.microsoft.com/office/drawing/2014/main" id="{3650B560-B472-4E00-AA5F-548D64288638}"/>
              </a:ext>
            </a:extLst>
          </p:cNvPr>
          <p:cNvSpPr>
            <a:spLocks xmlns:a="http://schemas.openxmlformats.org/drawingml/2006/main" noGrp="1"/>
          </p:cNvSpPr>
          <p:nvPr/>
        </p:nvSpPr>
        <p:spPr>
          <a:xfrm xmlns:a="http://schemas.openxmlformats.org/drawingml/2006/main">
            <a:off x="8286750" y="2028825"/>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6354C"/>
                </a:solidFill>
                <a:latin typeface="Arial"/>
                <a:ea typeface="Arial"/>
                <a:cs typeface="Arial"/>
              </a:defRPr>
            </a:defPPr>
            <a:lvl1pPr algn="l">
              <a:defRPr sz="1800" b="0">
                <a:solidFill>
                  <a:srgbClr val="26354C"/>
                </a:solidFill>
                <a:latin typeface="Arial"/>
                <a:ea typeface="Arial"/>
                <a:cs typeface="Arial"/>
              </a:defRPr>
            </a:lvl1pPr>
            <a:lvl2pPr algn="l">
              <a:defRPr sz="1800" b="0">
                <a:solidFill>
                  <a:srgbClr val="26354C"/>
                </a:solidFill>
                <a:latin typeface="Arial"/>
                <a:ea typeface="Arial"/>
                <a:cs typeface="Arial"/>
              </a:defRPr>
            </a:lvl2pPr>
            <a:lvl3pPr algn="l">
              <a:defRPr sz="1800" b="0">
                <a:solidFill>
                  <a:srgbClr val="26354C"/>
                </a:solidFill>
                <a:latin typeface="Arial"/>
                <a:ea typeface="Arial"/>
                <a:cs typeface="Arial"/>
              </a:defRPr>
            </a:lvl3pPr>
            <a:lvl4pPr algn="l">
              <a:defRPr sz="1800" b="0">
                <a:solidFill>
                  <a:srgbClr val="26354C"/>
                </a:solidFill>
                <a:latin typeface="Arial"/>
                <a:ea typeface="Arial"/>
                <a:cs typeface="Arial"/>
              </a:defRPr>
            </a:lvl4pPr>
            <a:lvl5pPr algn="l">
              <a:defRPr sz="1800" b="0">
                <a:solidFill>
                  <a:srgbClr val="26354C"/>
                </a:solidFill>
                <a:latin typeface="Arial"/>
                <a:ea typeface="Arial"/>
                <a:cs typeface="Arial"/>
              </a:defRPr>
            </a:lvl5pPr>
            <a:lvl6pPr algn="l">
              <a:defRPr sz="1800" b="0">
                <a:solidFill>
                  <a:srgbClr val="26354C"/>
                </a:solidFill>
                <a:latin typeface="Arial"/>
                <a:ea typeface="Arial"/>
                <a:cs typeface="Arial"/>
              </a:defRPr>
            </a:lvl6pPr>
            <a:lvl7pPr algn="l">
              <a:defRPr sz="1800" b="0">
                <a:solidFill>
                  <a:srgbClr val="26354C"/>
                </a:solidFill>
                <a:latin typeface="Arial"/>
                <a:ea typeface="Arial"/>
                <a:cs typeface="Arial"/>
              </a:defRPr>
            </a:lvl7pPr>
            <a:lvl8pPr algn="l">
              <a:defRPr sz="1800" b="0">
                <a:solidFill>
                  <a:srgbClr val="26354C"/>
                </a:solidFill>
                <a:latin typeface="Arial"/>
                <a:ea typeface="Arial"/>
                <a:cs typeface="Arial"/>
              </a:defRPr>
            </a:lvl8pPr>
            <a:lvl9pPr algn="l">
              <a:defRPr sz="1800" b="0">
                <a:solidFill>
                  <a:srgbClr val="26354C"/>
                </a:solidFill>
                <a:latin typeface="Arial"/>
                <a:ea typeface="Arial"/>
                <a:cs typeface="Arial"/>
              </a:defRPr>
            </a:lvl9pPr>
          </a:lstStyle>
          <a:p xmlns:a="http://schemas.openxmlformats.org/drawingml/2006/main">
            <a:pPr algn="l">
              <a:defRPr sz="1800" b="0">
                <a:solidFill>
                  <a:srgbClr val="26354C"/>
                </a:solidFill>
                <a:latin typeface="Arial"/>
                <a:ea typeface="Arial"/>
                <a:cs typeface="Arial"/>
              </a:defRPr>
            </a:pPr>
            <a:r>
              <a:rPr sz="1800" b="0">
                <a:solidFill>
                  <a:srgbClr val="26354C"/>
                </a:solidFill>
                <a:latin typeface="Arial"/>
                <a:ea typeface="Arial"/>
                <a:cs typeface="Arial"/>
              </a:rPr>
              <a:t>Paste text, extract a public</a:t>
            </a:r>
          </a:p>
          <a:p xmlns:a="http://schemas.openxmlformats.org/drawingml/2006/main">
            <a:pPr algn="l">
              <a:defRPr sz="1800" b="0">
                <a:solidFill>
                  <a:srgbClr val="26354C"/>
                </a:solidFill>
                <a:latin typeface="Arial"/>
                <a:ea typeface="Arial"/>
                <a:cs typeface="Arial"/>
              </a:defRPr>
            </a:pPr>
            <a:r>
              <a:rPr sz="1800" b="0">
                <a:solidFill>
                  <a:srgbClr val="26354C"/>
                </a:solidFill>
                <a:latin typeface="Arial"/>
                <a:ea typeface="Arial"/>
                <a:cs typeface="Arial"/>
              </a:rPr>
              <a:t>URL, or upload TXT/PDF.</a:t>
            </a:r>
          </a:p>
        </p:txBody>
      </p:sp>
      <p:sp>
        <p:nvSpPr>
          <p:cNvPr id="8" name="text">
            <a:extLst xmlns:a="http://schemas.openxmlformats.org/drawingml/2006/main">
              <a:ext uri="{FF2B5EF4-FFF2-40B4-BE49-F238E27FC236}">
                <a16:creationId xmlns:a16="http://schemas.microsoft.com/office/drawing/2014/main" id="{77AF9F1A-88E5-4DBF-A61F-901A9090D61D}"/>
              </a:ext>
            </a:extLst>
          </p:cNvPr>
          <p:cNvSpPr>
            <a:spLocks xmlns:a="http://schemas.openxmlformats.org/drawingml/2006/main" noGrp="1"/>
          </p:cNvSpPr>
          <p:nvPr/>
        </p:nvSpPr>
        <p:spPr>
          <a:xfrm xmlns:a="http://schemas.openxmlformats.org/drawingml/2006/main">
            <a:off x="8286750" y="3000375"/>
            <a:ext cx="328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7C73"/>
                </a:solidFill>
                <a:latin typeface="Arial"/>
                <a:ea typeface="Arial"/>
                <a:cs typeface="Arial"/>
              </a:defRPr>
            </a:defPPr>
            <a:lvl1pPr algn="l">
              <a:defRPr sz="1875" b="1">
                <a:solidFill>
                  <a:srgbClr val="177C73"/>
                </a:solidFill>
                <a:latin typeface="Arial"/>
                <a:ea typeface="Arial"/>
                <a:cs typeface="Arial"/>
              </a:defRPr>
            </a:lvl1pPr>
            <a:lvl2pPr algn="l">
              <a:defRPr sz="1875" b="1">
                <a:solidFill>
                  <a:srgbClr val="177C73"/>
                </a:solidFill>
                <a:latin typeface="Arial"/>
                <a:ea typeface="Arial"/>
                <a:cs typeface="Arial"/>
              </a:defRPr>
            </a:lvl2pPr>
            <a:lvl3pPr algn="l">
              <a:defRPr sz="1875" b="1">
                <a:solidFill>
                  <a:srgbClr val="177C73"/>
                </a:solidFill>
                <a:latin typeface="Arial"/>
                <a:ea typeface="Arial"/>
                <a:cs typeface="Arial"/>
              </a:defRPr>
            </a:lvl3pPr>
            <a:lvl4pPr algn="l">
              <a:defRPr sz="1875" b="1">
                <a:solidFill>
                  <a:srgbClr val="177C73"/>
                </a:solidFill>
                <a:latin typeface="Arial"/>
                <a:ea typeface="Arial"/>
                <a:cs typeface="Arial"/>
              </a:defRPr>
            </a:lvl4pPr>
            <a:lvl5pPr algn="l">
              <a:defRPr sz="1875" b="1">
                <a:solidFill>
                  <a:srgbClr val="177C73"/>
                </a:solidFill>
                <a:latin typeface="Arial"/>
                <a:ea typeface="Arial"/>
                <a:cs typeface="Arial"/>
              </a:defRPr>
            </a:lvl5pPr>
            <a:lvl6pPr algn="l">
              <a:defRPr sz="1875" b="1">
                <a:solidFill>
                  <a:srgbClr val="177C73"/>
                </a:solidFill>
                <a:latin typeface="Arial"/>
                <a:ea typeface="Arial"/>
                <a:cs typeface="Arial"/>
              </a:defRPr>
            </a:lvl6pPr>
            <a:lvl7pPr algn="l">
              <a:defRPr sz="1875" b="1">
                <a:solidFill>
                  <a:srgbClr val="177C73"/>
                </a:solidFill>
                <a:latin typeface="Arial"/>
                <a:ea typeface="Arial"/>
                <a:cs typeface="Arial"/>
              </a:defRPr>
            </a:lvl7pPr>
            <a:lvl8pPr algn="l">
              <a:defRPr sz="1875" b="1">
                <a:solidFill>
                  <a:srgbClr val="177C73"/>
                </a:solidFill>
                <a:latin typeface="Arial"/>
                <a:ea typeface="Arial"/>
                <a:cs typeface="Arial"/>
              </a:defRPr>
            </a:lvl8pPr>
            <a:lvl9pPr algn="l">
              <a:defRPr sz="1875" b="1">
                <a:solidFill>
                  <a:srgbClr val="177C73"/>
                </a:solidFill>
                <a:latin typeface="Arial"/>
                <a:ea typeface="Arial"/>
                <a:cs typeface="Arial"/>
              </a:defRPr>
            </a:lvl9pPr>
          </a:lstStyle>
          <a:p xmlns:a="http://schemas.openxmlformats.org/drawingml/2006/main">
            <a:pPr algn="l">
              <a:defRPr sz="1875" b="1">
                <a:solidFill>
                  <a:srgbClr val="177C73"/>
                </a:solidFill>
                <a:latin typeface="Arial"/>
                <a:ea typeface="Arial"/>
                <a:cs typeface="Arial"/>
              </a:defRPr>
            </a:pPr>
            <a:r>
              <a:rPr sz="1875" b="1">
                <a:solidFill>
                  <a:srgbClr val="177C73"/>
                </a:solidFill>
                <a:latin typeface="Arial"/>
                <a:ea typeface="Arial"/>
                <a:cs typeface="Arial"/>
              </a:rPr>
              <a:t>Understand</a:t>
            </a:r>
          </a:p>
        </p:txBody>
      </p:sp>
      <p:sp>
        <p:nvSpPr>
          <p:cNvPr id="9" name="text">
            <a:extLst xmlns:a="http://schemas.openxmlformats.org/drawingml/2006/main">
              <a:ext uri="{FF2B5EF4-FFF2-40B4-BE49-F238E27FC236}">
                <a16:creationId xmlns:a16="http://schemas.microsoft.com/office/drawing/2014/main" id="{6EE7C99A-695E-4E32-971E-85E5C642FEB7}"/>
              </a:ext>
            </a:extLst>
          </p:cNvPr>
          <p:cNvSpPr>
            <a:spLocks xmlns:a="http://schemas.openxmlformats.org/drawingml/2006/main" noGrp="1"/>
          </p:cNvSpPr>
          <p:nvPr/>
        </p:nvSpPr>
        <p:spPr>
          <a:xfrm xmlns:a="http://schemas.openxmlformats.org/drawingml/2006/main">
            <a:off x="8286750" y="3429000"/>
            <a:ext cx="328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6354C"/>
                </a:solidFill>
                <a:latin typeface="Arial"/>
                <a:ea typeface="Arial"/>
                <a:cs typeface="Arial"/>
              </a:defRPr>
            </a:defPPr>
            <a:lvl1pPr algn="l">
              <a:defRPr sz="1800" b="0">
                <a:solidFill>
                  <a:srgbClr val="26354C"/>
                </a:solidFill>
                <a:latin typeface="Arial"/>
                <a:ea typeface="Arial"/>
                <a:cs typeface="Arial"/>
              </a:defRPr>
            </a:lvl1pPr>
            <a:lvl2pPr algn="l">
              <a:defRPr sz="1800" b="0">
                <a:solidFill>
                  <a:srgbClr val="26354C"/>
                </a:solidFill>
                <a:latin typeface="Arial"/>
                <a:ea typeface="Arial"/>
                <a:cs typeface="Arial"/>
              </a:defRPr>
            </a:lvl2pPr>
            <a:lvl3pPr algn="l">
              <a:defRPr sz="1800" b="0">
                <a:solidFill>
                  <a:srgbClr val="26354C"/>
                </a:solidFill>
                <a:latin typeface="Arial"/>
                <a:ea typeface="Arial"/>
                <a:cs typeface="Arial"/>
              </a:defRPr>
            </a:lvl3pPr>
            <a:lvl4pPr algn="l">
              <a:defRPr sz="1800" b="0">
                <a:solidFill>
                  <a:srgbClr val="26354C"/>
                </a:solidFill>
                <a:latin typeface="Arial"/>
                <a:ea typeface="Arial"/>
                <a:cs typeface="Arial"/>
              </a:defRPr>
            </a:lvl4pPr>
            <a:lvl5pPr algn="l">
              <a:defRPr sz="1800" b="0">
                <a:solidFill>
                  <a:srgbClr val="26354C"/>
                </a:solidFill>
                <a:latin typeface="Arial"/>
                <a:ea typeface="Arial"/>
                <a:cs typeface="Arial"/>
              </a:defRPr>
            </a:lvl5pPr>
            <a:lvl6pPr algn="l">
              <a:defRPr sz="1800" b="0">
                <a:solidFill>
                  <a:srgbClr val="26354C"/>
                </a:solidFill>
                <a:latin typeface="Arial"/>
                <a:ea typeface="Arial"/>
                <a:cs typeface="Arial"/>
              </a:defRPr>
            </a:lvl6pPr>
            <a:lvl7pPr algn="l">
              <a:defRPr sz="1800" b="0">
                <a:solidFill>
                  <a:srgbClr val="26354C"/>
                </a:solidFill>
                <a:latin typeface="Arial"/>
                <a:ea typeface="Arial"/>
                <a:cs typeface="Arial"/>
              </a:defRPr>
            </a:lvl7pPr>
            <a:lvl8pPr algn="l">
              <a:defRPr sz="1800" b="0">
                <a:solidFill>
                  <a:srgbClr val="26354C"/>
                </a:solidFill>
                <a:latin typeface="Arial"/>
                <a:ea typeface="Arial"/>
                <a:cs typeface="Arial"/>
              </a:defRPr>
            </a:lvl8pPr>
            <a:lvl9pPr algn="l">
              <a:defRPr sz="1800" b="0">
                <a:solidFill>
                  <a:srgbClr val="26354C"/>
                </a:solidFill>
                <a:latin typeface="Arial"/>
                <a:ea typeface="Arial"/>
                <a:cs typeface="Arial"/>
              </a:defRPr>
            </a:lvl9pPr>
          </a:lstStyle>
          <a:p xmlns:a="http://schemas.openxmlformats.org/drawingml/2006/main">
            <a:pPr algn="l">
              <a:defRPr sz="1800" b="0">
                <a:solidFill>
                  <a:srgbClr val="26354C"/>
                </a:solidFill>
                <a:latin typeface="Arial"/>
                <a:ea typeface="Arial"/>
                <a:cs typeface="Arial"/>
              </a:defRPr>
            </a:pPr>
            <a:r>
              <a:rPr sz="1800" b="0">
                <a:solidFill>
                  <a:srgbClr val="26354C"/>
                </a:solidFill>
                <a:latin typeface="Arial"/>
                <a:ea typeface="Arial"/>
                <a:cs typeface="Arial"/>
              </a:rPr>
              <a:t>Read selected sentences.</a:t>
            </a:r>
          </a:p>
          <a:p xmlns:a="http://schemas.openxmlformats.org/drawingml/2006/main">
            <a:pPr algn="l">
              <a:defRPr sz="1800" b="0">
                <a:solidFill>
                  <a:srgbClr val="26354C"/>
                </a:solidFill>
                <a:latin typeface="Arial"/>
                <a:ea typeface="Arial"/>
                <a:cs typeface="Arial"/>
              </a:defRPr>
            </a:pPr>
            <a:r>
              <a:rPr sz="1800" b="0">
                <a:solidFill>
                  <a:srgbClr val="26354C"/>
                </a:solidFill>
                <a:latin typeface="Arial"/>
                <a:ea typeface="Arial"/>
                <a:cs typeface="Arial"/>
              </a:rPr>
              <a:t>Inspect people, dates,</a:t>
            </a:r>
          </a:p>
          <a:p xmlns:a="http://schemas.openxmlformats.org/drawingml/2006/main">
            <a:pPr algn="l">
              <a:defRPr sz="1800" b="0">
                <a:solidFill>
                  <a:srgbClr val="26354C"/>
                </a:solidFill>
                <a:latin typeface="Arial"/>
                <a:ea typeface="Arial"/>
                <a:cs typeface="Arial"/>
              </a:defRPr>
            </a:pPr>
            <a:r>
              <a:rPr sz="1800" b="0">
                <a:solidFill>
                  <a:srgbClr val="26354C"/>
                </a:solidFill>
                <a:latin typeface="Arial"/>
                <a:ea typeface="Arial"/>
                <a:cs typeface="Arial"/>
              </a:rPr>
              <a:t>and recurring subjects.</a:t>
            </a:r>
          </a:p>
        </p:txBody>
      </p:sp>
      <p:sp>
        <p:nvSpPr>
          <p:cNvPr id="10" name="text">
            <a:extLst xmlns:a="http://schemas.openxmlformats.org/drawingml/2006/main">
              <a:ext uri="{FF2B5EF4-FFF2-40B4-BE49-F238E27FC236}">
                <a16:creationId xmlns:a16="http://schemas.microsoft.com/office/drawing/2014/main" id="{4D50507D-D049-4E5E-8DBB-786426C07DB5}"/>
              </a:ext>
            </a:extLst>
          </p:cNvPr>
          <p:cNvSpPr>
            <a:spLocks xmlns:a="http://schemas.openxmlformats.org/drawingml/2006/main" noGrp="1"/>
          </p:cNvSpPr>
          <p:nvPr/>
        </p:nvSpPr>
        <p:spPr>
          <a:xfrm xmlns:a="http://schemas.openxmlformats.org/drawingml/2006/main">
            <a:off x="8286750" y="486727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43B"/>
                </a:solidFill>
                <a:latin typeface="Arial"/>
                <a:ea typeface="Arial"/>
                <a:cs typeface="Arial"/>
              </a:defRPr>
            </a:defPPr>
            <a:lvl1pPr algn="l">
              <a:defRPr sz="2250" b="1">
                <a:solidFill>
                  <a:srgbClr val="17243B"/>
                </a:solidFill>
                <a:latin typeface="Arial"/>
                <a:ea typeface="Arial"/>
                <a:cs typeface="Arial"/>
              </a:defRPr>
            </a:lvl1pPr>
            <a:lvl2pPr algn="l">
              <a:defRPr sz="2250" b="1">
                <a:solidFill>
                  <a:srgbClr val="17243B"/>
                </a:solidFill>
                <a:latin typeface="Arial"/>
                <a:ea typeface="Arial"/>
                <a:cs typeface="Arial"/>
              </a:defRPr>
            </a:lvl2pPr>
            <a:lvl3pPr algn="l">
              <a:defRPr sz="2250" b="1">
                <a:solidFill>
                  <a:srgbClr val="17243B"/>
                </a:solidFill>
                <a:latin typeface="Arial"/>
                <a:ea typeface="Arial"/>
                <a:cs typeface="Arial"/>
              </a:defRPr>
            </a:lvl3pPr>
            <a:lvl4pPr algn="l">
              <a:defRPr sz="2250" b="1">
                <a:solidFill>
                  <a:srgbClr val="17243B"/>
                </a:solidFill>
                <a:latin typeface="Arial"/>
                <a:ea typeface="Arial"/>
                <a:cs typeface="Arial"/>
              </a:defRPr>
            </a:lvl4pPr>
            <a:lvl5pPr algn="l">
              <a:defRPr sz="2250" b="1">
                <a:solidFill>
                  <a:srgbClr val="17243B"/>
                </a:solidFill>
                <a:latin typeface="Arial"/>
                <a:ea typeface="Arial"/>
                <a:cs typeface="Arial"/>
              </a:defRPr>
            </a:lvl5pPr>
            <a:lvl6pPr algn="l">
              <a:defRPr sz="2250" b="1">
                <a:solidFill>
                  <a:srgbClr val="17243B"/>
                </a:solidFill>
                <a:latin typeface="Arial"/>
                <a:ea typeface="Arial"/>
                <a:cs typeface="Arial"/>
              </a:defRPr>
            </a:lvl6pPr>
            <a:lvl7pPr algn="l">
              <a:defRPr sz="2250" b="1">
                <a:solidFill>
                  <a:srgbClr val="17243B"/>
                </a:solidFill>
                <a:latin typeface="Arial"/>
                <a:ea typeface="Arial"/>
                <a:cs typeface="Arial"/>
              </a:defRPr>
            </a:lvl7pPr>
            <a:lvl8pPr algn="l">
              <a:defRPr sz="2250" b="1">
                <a:solidFill>
                  <a:srgbClr val="17243B"/>
                </a:solidFill>
                <a:latin typeface="Arial"/>
                <a:ea typeface="Arial"/>
                <a:cs typeface="Arial"/>
              </a:defRPr>
            </a:lvl8pPr>
            <a:lvl9pPr algn="l">
              <a:defRPr sz="2250" b="1">
                <a:solidFill>
                  <a:srgbClr val="17243B"/>
                </a:solidFill>
                <a:latin typeface="Arial"/>
                <a:ea typeface="Arial"/>
                <a:cs typeface="Arial"/>
              </a:defRPr>
            </a:lvl9pPr>
          </a:lstStyle>
          <a:p xmlns:a="http://schemas.openxmlformats.org/drawingml/2006/main">
            <a:pPr algn="l">
              <a:defRPr sz="2250" b="1">
                <a:solidFill>
                  <a:srgbClr val="17243B"/>
                </a:solidFill>
                <a:latin typeface="Arial"/>
                <a:ea typeface="Arial"/>
                <a:cs typeface="Arial"/>
              </a:defRPr>
            </a:pPr>
            <a:r>
              <a:rPr sz="2250" b="1">
                <a:solidFill>
                  <a:srgbClr val="17243B"/>
                </a:solidFill>
                <a:latin typeface="Arial"/>
                <a:ea typeface="Arial"/>
                <a:cs typeface="Arial"/>
              </a:rPr>
              <a:t>1,049 words</a:t>
            </a:r>
          </a:p>
        </p:txBody>
      </p:sp>
      <p:sp>
        <p:nvSpPr>
          <p:cNvPr id="11" name="text">
            <a:extLst xmlns:a="http://schemas.openxmlformats.org/drawingml/2006/main">
              <a:ext uri="{FF2B5EF4-FFF2-40B4-BE49-F238E27FC236}">
                <a16:creationId xmlns:a16="http://schemas.microsoft.com/office/drawing/2014/main" id="{6E80C9CC-833B-462A-A59C-F0F54C90F89F}"/>
              </a:ext>
            </a:extLst>
          </p:cNvPr>
          <p:cNvSpPr>
            <a:spLocks xmlns:a="http://schemas.openxmlformats.org/drawingml/2006/main" noGrp="1"/>
          </p:cNvSpPr>
          <p:nvPr/>
        </p:nvSpPr>
        <p:spPr>
          <a:xfrm xmlns:a="http://schemas.openxmlformats.org/drawingml/2006/main">
            <a:off x="8286750" y="53530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E6C80"/>
                </a:solidFill>
                <a:latin typeface="Arial"/>
                <a:ea typeface="Arial"/>
                <a:cs typeface="Arial"/>
              </a:defRPr>
            </a:defPPr>
            <a:lvl1pPr algn="l">
              <a:defRPr sz="1800" b="0">
                <a:solidFill>
                  <a:srgbClr val="5E6C80"/>
                </a:solidFill>
                <a:latin typeface="Arial"/>
                <a:ea typeface="Arial"/>
                <a:cs typeface="Arial"/>
              </a:defRPr>
            </a:lvl1pPr>
            <a:lvl2pPr algn="l">
              <a:defRPr sz="1800" b="0">
                <a:solidFill>
                  <a:srgbClr val="5E6C80"/>
                </a:solidFill>
                <a:latin typeface="Arial"/>
                <a:ea typeface="Arial"/>
                <a:cs typeface="Arial"/>
              </a:defRPr>
            </a:lvl2pPr>
            <a:lvl3pPr algn="l">
              <a:defRPr sz="1800" b="0">
                <a:solidFill>
                  <a:srgbClr val="5E6C80"/>
                </a:solidFill>
                <a:latin typeface="Arial"/>
                <a:ea typeface="Arial"/>
                <a:cs typeface="Arial"/>
              </a:defRPr>
            </a:lvl3pPr>
            <a:lvl4pPr algn="l">
              <a:defRPr sz="1800" b="0">
                <a:solidFill>
                  <a:srgbClr val="5E6C80"/>
                </a:solidFill>
                <a:latin typeface="Arial"/>
                <a:ea typeface="Arial"/>
                <a:cs typeface="Arial"/>
              </a:defRPr>
            </a:lvl4pPr>
            <a:lvl5pPr algn="l">
              <a:defRPr sz="1800" b="0">
                <a:solidFill>
                  <a:srgbClr val="5E6C80"/>
                </a:solidFill>
                <a:latin typeface="Arial"/>
                <a:ea typeface="Arial"/>
                <a:cs typeface="Arial"/>
              </a:defRPr>
            </a:lvl5pPr>
            <a:lvl6pPr algn="l">
              <a:defRPr sz="1800" b="0">
                <a:solidFill>
                  <a:srgbClr val="5E6C80"/>
                </a:solidFill>
                <a:latin typeface="Arial"/>
                <a:ea typeface="Arial"/>
                <a:cs typeface="Arial"/>
              </a:defRPr>
            </a:lvl6pPr>
            <a:lvl7pPr algn="l">
              <a:defRPr sz="1800" b="0">
                <a:solidFill>
                  <a:srgbClr val="5E6C80"/>
                </a:solidFill>
                <a:latin typeface="Arial"/>
                <a:ea typeface="Arial"/>
                <a:cs typeface="Arial"/>
              </a:defRPr>
            </a:lvl7pPr>
            <a:lvl8pPr algn="l">
              <a:defRPr sz="1800" b="0">
                <a:solidFill>
                  <a:srgbClr val="5E6C80"/>
                </a:solidFill>
                <a:latin typeface="Arial"/>
                <a:ea typeface="Arial"/>
                <a:cs typeface="Arial"/>
              </a:defRPr>
            </a:lvl8pPr>
            <a:lvl9pPr algn="l">
              <a:defRPr sz="1800" b="0">
                <a:solidFill>
                  <a:srgbClr val="5E6C80"/>
                </a:solidFill>
                <a:latin typeface="Arial"/>
                <a:ea typeface="Arial"/>
                <a:cs typeface="Arial"/>
              </a:defRPr>
            </a:lvl9pPr>
          </a:lstStyle>
          <a:p xmlns:a="http://schemas.openxmlformats.org/drawingml/2006/main">
            <a:pPr algn="l">
              <a:defRPr sz="1800" b="0">
                <a:solidFill>
                  <a:srgbClr val="5E6C80"/>
                </a:solidFill>
                <a:latin typeface="Arial"/>
                <a:ea typeface="Arial"/>
                <a:cs typeface="Arial"/>
              </a:defRPr>
            </a:pPr>
            <a:r>
              <a:rPr sz="1800" b="0">
                <a:solidFill>
                  <a:srgbClr val="5E6C80"/>
                </a:solidFill>
                <a:latin typeface="Arial"/>
                <a:ea typeface="Arial"/>
                <a:cs typeface="Arial"/>
              </a:rPr>
              <a:t>59 sentences</a:t>
            </a:r>
          </a:p>
          <a:p xmlns:a="http://schemas.openxmlformats.org/drawingml/2006/main">
            <a:pPr algn="l">
              <a:defRPr sz="1800" b="0">
                <a:solidFill>
                  <a:srgbClr val="5E6C80"/>
                </a:solidFill>
                <a:latin typeface="Arial"/>
                <a:ea typeface="Arial"/>
                <a:cs typeface="Arial"/>
              </a:defRPr>
            </a:pPr>
            <a:r>
              <a:rPr sz="1800" b="0">
                <a:solidFill>
                  <a:srgbClr val="5E6C80"/>
                </a:solidFill>
                <a:latin typeface="Arial"/>
                <a:ea typeface="Arial"/>
                <a:cs typeface="Arial"/>
              </a:rPr>
              <a:t>17.8 words per sentence</a:t>
            </a:r>
          </a:p>
        </p:txBody>
      </p:sp>
    </p:spTree>
    <p:extLst>
      <p:ext uri="{BB962C8B-B14F-4D97-AF65-F5344CB8AC3E}">
        <p14:creationId xmlns:p14="http://schemas.microsoft.com/office/powerpoint/2010/main" val="5628543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5507AF6E-AA8D-4EEC-9F62-E80707A69297}"/>
              </a:ext>
            </a:extLst>
          </p:cNvPr>
          <p:cNvSpPr>
            <a:spLocks xmlns:a="http://schemas.openxmlformats.org/drawingml/2006/main" noGrp="1"/>
          </p:cNvSpPr>
          <p:nvPr/>
        </p:nvSpPr>
        <p:spPr>
          <a:xfrm xmlns:a="http://schemas.openxmlformats.org/drawingml/2006/main">
            <a:off x="609600" y="5143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43B"/>
                </a:solidFill>
                <a:latin typeface="Arial"/>
                <a:ea typeface="Arial"/>
                <a:cs typeface="Arial"/>
              </a:defRPr>
            </a:defPPr>
            <a:lvl1pPr algn="l">
              <a:defRPr sz="3300" b="1">
                <a:solidFill>
                  <a:srgbClr val="17243B"/>
                </a:solidFill>
                <a:latin typeface="Arial"/>
                <a:ea typeface="Arial"/>
                <a:cs typeface="Arial"/>
              </a:defRPr>
            </a:lvl1pPr>
            <a:lvl2pPr algn="l">
              <a:defRPr sz="3300" b="1">
                <a:solidFill>
                  <a:srgbClr val="17243B"/>
                </a:solidFill>
                <a:latin typeface="Arial"/>
                <a:ea typeface="Arial"/>
                <a:cs typeface="Arial"/>
              </a:defRPr>
            </a:lvl2pPr>
            <a:lvl3pPr algn="l">
              <a:defRPr sz="3300" b="1">
                <a:solidFill>
                  <a:srgbClr val="17243B"/>
                </a:solidFill>
                <a:latin typeface="Arial"/>
                <a:ea typeface="Arial"/>
                <a:cs typeface="Arial"/>
              </a:defRPr>
            </a:lvl3pPr>
            <a:lvl4pPr algn="l">
              <a:defRPr sz="3300" b="1">
                <a:solidFill>
                  <a:srgbClr val="17243B"/>
                </a:solidFill>
                <a:latin typeface="Arial"/>
                <a:ea typeface="Arial"/>
                <a:cs typeface="Arial"/>
              </a:defRPr>
            </a:lvl4pPr>
            <a:lvl5pPr algn="l">
              <a:defRPr sz="3300" b="1">
                <a:solidFill>
                  <a:srgbClr val="17243B"/>
                </a:solidFill>
                <a:latin typeface="Arial"/>
                <a:ea typeface="Arial"/>
                <a:cs typeface="Arial"/>
              </a:defRPr>
            </a:lvl5pPr>
            <a:lvl6pPr algn="l">
              <a:defRPr sz="3300" b="1">
                <a:solidFill>
                  <a:srgbClr val="17243B"/>
                </a:solidFill>
                <a:latin typeface="Arial"/>
                <a:ea typeface="Arial"/>
                <a:cs typeface="Arial"/>
              </a:defRPr>
            </a:lvl6pPr>
            <a:lvl7pPr algn="l">
              <a:defRPr sz="3300" b="1">
                <a:solidFill>
                  <a:srgbClr val="17243B"/>
                </a:solidFill>
                <a:latin typeface="Arial"/>
                <a:ea typeface="Arial"/>
                <a:cs typeface="Arial"/>
              </a:defRPr>
            </a:lvl7pPr>
            <a:lvl8pPr algn="l">
              <a:defRPr sz="3300" b="1">
                <a:solidFill>
                  <a:srgbClr val="17243B"/>
                </a:solidFill>
                <a:latin typeface="Arial"/>
                <a:ea typeface="Arial"/>
                <a:cs typeface="Arial"/>
              </a:defRPr>
            </a:lvl8pPr>
            <a:lvl9pPr algn="l">
              <a:defRPr sz="3300" b="1">
                <a:solidFill>
                  <a:srgbClr val="17243B"/>
                </a:solidFill>
                <a:latin typeface="Arial"/>
                <a:ea typeface="Arial"/>
                <a:cs typeface="Arial"/>
              </a:defRPr>
            </a:lvl9pPr>
          </a:lstStyle>
          <a:p xmlns:a="http://schemas.openxmlformats.org/drawingml/2006/main">
            <a:pPr algn="l">
              <a:defRPr sz="3300" b="1">
                <a:solidFill>
                  <a:srgbClr val="17243B"/>
                </a:solidFill>
                <a:latin typeface="Arial"/>
                <a:ea typeface="Arial"/>
                <a:cs typeface="Arial"/>
              </a:defRPr>
            </a:pPr>
            <a:r>
              <a:rPr sz="3300" b="1">
                <a:solidFill>
                  <a:srgbClr val="17243B"/>
                </a:solidFill>
                <a:latin typeface="Arial"/>
                <a:ea typeface="Arial"/>
                <a:cs typeface="Arial"/>
              </a:rPr>
              <a:t>Working demo: explaining the prediction</a:t>
            </a:r>
          </a:p>
        </p:txBody>
      </p:sp>
      <p:sp>
        <p:nvSpPr>
          <p:cNvPr id="3" name="footer-brand">
            <a:extLst xmlns:a="http://schemas.openxmlformats.org/drawingml/2006/main">
              <a:ext uri="{FF2B5EF4-FFF2-40B4-BE49-F238E27FC236}">
                <a16:creationId xmlns:a16="http://schemas.microsoft.com/office/drawing/2014/main" id="{BFDDDD6E-E18A-49D9-897D-137121BB8EBA}"/>
              </a:ext>
            </a:extLst>
          </p:cNvPr>
          <p:cNvSpPr>
            <a:spLocks xmlns:a="http://schemas.openxmlformats.org/drawingml/2006/main" noGrp="1"/>
          </p:cNvSpPr>
          <p:nvPr/>
        </p:nvSpPr>
        <p:spPr>
          <a:xfrm xmlns:a="http://schemas.openxmlformats.org/drawingml/2006/main">
            <a:off x="60960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E6C80"/>
                </a:solidFill>
                <a:latin typeface="Arial"/>
                <a:ea typeface="Arial"/>
                <a:cs typeface="Arial"/>
              </a:defRPr>
            </a:defPPr>
            <a:lvl1pPr algn="l">
              <a:defRPr sz="1200" b="0">
                <a:solidFill>
                  <a:srgbClr val="5E6C80"/>
                </a:solidFill>
                <a:latin typeface="Arial"/>
                <a:ea typeface="Arial"/>
                <a:cs typeface="Arial"/>
              </a:defRPr>
            </a:lvl1pPr>
            <a:lvl2pPr algn="l">
              <a:defRPr sz="1200" b="0">
                <a:solidFill>
                  <a:srgbClr val="5E6C80"/>
                </a:solidFill>
                <a:latin typeface="Arial"/>
                <a:ea typeface="Arial"/>
                <a:cs typeface="Arial"/>
              </a:defRPr>
            </a:lvl2pPr>
            <a:lvl3pPr algn="l">
              <a:defRPr sz="1200" b="0">
                <a:solidFill>
                  <a:srgbClr val="5E6C80"/>
                </a:solidFill>
                <a:latin typeface="Arial"/>
                <a:ea typeface="Arial"/>
                <a:cs typeface="Arial"/>
              </a:defRPr>
            </a:lvl3pPr>
            <a:lvl4pPr algn="l">
              <a:defRPr sz="1200" b="0">
                <a:solidFill>
                  <a:srgbClr val="5E6C80"/>
                </a:solidFill>
                <a:latin typeface="Arial"/>
                <a:ea typeface="Arial"/>
                <a:cs typeface="Arial"/>
              </a:defRPr>
            </a:lvl4pPr>
            <a:lvl5pPr algn="l">
              <a:defRPr sz="1200" b="0">
                <a:solidFill>
                  <a:srgbClr val="5E6C80"/>
                </a:solidFill>
                <a:latin typeface="Arial"/>
                <a:ea typeface="Arial"/>
                <a:cs typeface="Arial"/>
              </a:defRPr>
            </a:lvl5pPr>
            <a:lvl6pPr algn="l">
              <a:defRPr sz="1200" b="0">
                <a:solidFill>
                  <a:srgbClr val="5E6C80"/>
                </a:solidFill>
                <a:latin typeface="Arial"/>
                <a:ea typeface="Arial"/>
                <a:cs typeface="Arial"/>
              </a:defRPr>
            </a:lvl6pPr>
            <a:lvl7pPr algn="l">
              <a:defRPr sz="1200" b="0">
                <a:solidFill>
                  <a:srgbClr val="5E6C80"/>
                </a:solidFill>
                <a:latin typeface="Arial"/>
                <a:ea typeface="Arial"/>
                <a:cs typeface="Arial"/>
              </a:defRPr>
            </a:lvl7pPr>
            <a:lvl8pPr algn="l">
              <a:defRPr sz="1200" b="0">
                <a:solidFill>
                  <a:srgbClr val="5E6C80"/>
                </a:solidFill>
                <a:latin typeface="Arial"/>
                <a:ea typeface="Arial"/>
                <a:cs typeface="Arial"/>
              </a:defRPr>
            </a:lvl8pPr>
            <a:lvl9pPr algn="l">
              <a:defRPr sz="1200" b="0">
                <a:solidFill>
                  <a:srgbClr val="5E6C80"/>
                </a:solidFill>
                <a:latin typeface="Arial"/>
                <a:ea typeface="Arial"/>
                <a:cs typeface="Arial"/>
              </a:defRPr>
            </a:lvl9pPr>
          </a:lstStyle>
          <a:p xmlns:a="http://schemas.openxmlformats.org/drawingml/2006/main">
            <a:pPr algn="l">
              <a:defRPr sz="1200" b="0">
                <a:solidFill>
                  <a:srgbClr val="5E6C80"/>
                </a:solidFill>
                <a:latin typeface="Arial"/>
                <a:ea typeface="Arial"/>
                <a:cs typeface="Arial"/>
              </a:defRPr>
            </a:pPr>
            <a:r>
              <a:rPr sz="1200" b="0">
                <a:solidFill>
                  <a:srgbClr val="5E6C80"/>
                </a:solidFill>
                <a:latin typeface="Arial"/>
                <a:ea typeface="Arial"/>
                <a:cs typeface="Arial"/>
              </a:rPr>
              <a:t>VeriFact AI</a:t>
            </a:r>
          </a:p>
        </p:txBody>
      </p:sp>
      <p:sp>
        <p:nvSpPr>
          <p:cNvPr id="4" name="page-number">
            <a:extLst xmlns:a="http://schemas.openxmlformats.org/drawingml/2006/main">
              <a:ext uri="{FF2B5EF4-FFF2-40B4-BE49-F238E27FC236}">
                <a16:creationId xmlns:a16="http://schemas.microsoft.com/office/drawing/2014/main" id="{51E533AB-4BEB-4360-B3A5-D1ABEADEE7E8}"/>
              </a:ext>
            </a:extLst>
          </p:cNvPr>
          <p:cNvSpPr>
            <a:spLocks xmlns:a="http://schemas.openxmlformats.org/drawingml/2006/main" noGrp="1"/>
          </p:cNvSpPr>
          <p:nvPr/>
        </p:nvSpPr>
        <p:spPr>
          <a:xfrm xmlns:a="http://schemas.openxmlformats.org/drawingml/2006/main">
            <a:off x="10477500" y="6457950"/>
            <a:ext cx="1104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E6C80"/>
                </a:solidFill>
                <a:latin typeface="Arial"/>
                <a:ea typeface="Arial"/>
                <a:cs typeface="Arial"/>
              </a:defRPr>
            </a:defPPr>
            <a:lvl1pPr algn="r">
              <a:defRPr sz="1200" b="0">
                <a:solidFill>
                  <a:srgbClr val="5E6C80"/>
                </a:solidFill>
                <a:latin typeface="Arial"/>
                <a:ea typeface="Arial"/>
                <a:cs typeface="Arial"/>
              </a:defRPr>
            </a:lvl1pPr>
            <a:lvl2pPr algn="r">
              <a:defRPr sz="1200" b="0">
                <a:solidFill>
                  <a:srgbClr val="5E6C80"/>
                </a:solidFill>
                <a:latin typeface="Arial"/>
                <a:ea typeface="Arial"/>
                <a:cs typeface="Arial"/>
              </a:defRPr>
            </a:lvl2pPr>
            <a:lvl3pPr algn="r">
              <a:defRPr sz="1200" b="0">
                <a:solidFill>
                  <a:srgbClr val="5E6C80"/>
                </a:solidFill>
                <a:latin typeface="Arial"/>
                <a:ea typeface="Arial"/>
                <a:cs typeface="Arial"/>
              </a:defRPr>
            </a:lvl3pPr>
            <a:lvl4pPr algn="r">
              <a:defRPr sz="1200" b="0">
                <a:solidFill>
                  <a:srgbClr val="5E6C80"/>
                </a:solidFill>
                <a:latin typeface="Arial"/>
                <a:ea typeface="Arial"/>
                <a:cs typeface="Arial"/>
              </a:defRPr>
            </a:lvl4pPr>
            <a:lvl5pPr algn="r">
              <a:defRPr sz="1200" b="0">
                <a:solidFill>
                  <a:srgbClr val="5E6C80"/>
                </a:solidFill>
                <a:latin typeface="Arial"/>
                <a:ea typeface="Arial"/>
                <a:cs typeface="Arial"/>
              </a:defRPr>
            </a:lvl5pPr>
            <a:lvl6pPr algn="r">
              <a:defRPr sz="1200" b="0">
                <a:solidFill>
                  <a:srgbClr val="5E6C80"/>
                </a:solidFill>
                <a:latin typeface="Arial"/>
                <a:ea typeface="Arial"/>
                <a:cs typeface="Arial"/>
              </a:defRPr>
            </a:lvl6pPr>
            <a:lvl7pPr algn="r">
              <a:defRPr sz="1200" b="0">
                <a:solidFill>
                  <a:srgbClr val="5E6C80"/>
                </a:solidFill>
                <a:latin typeface="Arial"/>
                <a:ea typeface="Arial"/>
                <a:cs typeface="Arial"/>
              </a:defRPr>
            </a:lvl7pPr>
            <a:lvl8pPr algn="r">
              <a:defRPr sz="1200" b="0">
                <a:solidFill>
                  <a:srgbClr val="5E6C80"/>
                </a:solidFill>
                <a:latin typeface="Arial"/>
                <a:ea typeface="Arial"/>
                <a:cs typeface="Arial"/>
              </a:defRPr>
            </a:lvl8pPr>
            <a:lvl9pPr algn="r">
              <a:defRPr sz="1200" b="0">
                <a:solidFill>
                  <a:srgbClr val="5E6C80"/>
                </a:solidFill>
                <a:latin typeface="Arial"/>
                <a:ea typeface="Arial"/>
                <a:cs typeface="Arial"/>
              </a:defRPr>
            </a:lvl9pPr>
          </a:lstStyle>
          <a:p xmlns:a="http://schemas.openxmlformats.org/drawingml/2006/main">
            <a:pPr algn="r">
              <a:defRPr sz="1200" b="0">
                <a:solidFill>
                  <a:srgbClr val="5E6C80"/>
                </a:solidFill>
                <a:latin typeface="Arial"/>
                <a:ea typeface="Arial"/>
                <a:cs typeface="Arial"/>
              </a:defRPr>
            </a:pPr>
            <a:r>
              <a:rPr sz="1200" b="0">
                <a:solidFill>
                  <a:srgbClr val="5E6C80"/>
                </a:solidFill>
                <a:latin typeface="Arial"/>
                <a:ea typeface="Arial"/>
                <a:cs typeface="Arial"/>
              </a:rPr>
              <a:t>07 / 08</a:t>
            </a:r>
          </a:p>
        </p:txBody>
      </p:sp>
      <p:pic>
        <p:nvPicPr>
          <p:cNvPr id="5" name="">
            <a:extLst xmlns:a="http://schemas.openxmlformats.org/drawingml/2006/main">
              <a:ext uri="{FF2B5EF4-FFF2-40B4-BE49-F238E27FC236}">
                <a16:creationId xmlns:a16="http://schemas.microsoft.com/office/drawing/2014/main" id="{794CB992-4D91-4445-87A4-EC382E982353}"/>
              </a:ext>
            </a:extLst>
          </p:cNvPr>
          <p:cNvPicPr>
            <a:picLocks xmlns:a="http://schemas.openxmlformats.org/drawingml/2006/main" noChangeAspect="1"/>
          </p:cNvPicPr>
          <p:nvPr/>
        </p:nvPicPr>
        <p:blipFill>
          <a:blip xmlns:r="http://schemas.openxmlformats.org/officeDocument/2006/relationships" xmlns:a="http://schemas.openxmlformats.org/drawingml/2006/main" r:embed="R2a775cb2afc84cb8"/>
          <a:srcRect xmlns:a="http://schemas.openxmlformats.org/drawingml/2006/main" l="2500" t="38100" r="55200" b="24900"/>
          <a:stretch xmlns:a="http://schemas.openxmlformats.org/drawingml/2006/main"/>
        </p:blipFill>
        <p:spPr>
          <a:xfrm xmlns:a="http://schemas.openxmlformats.org/drawingml/2006/main">
            <a:off x="609600" y="1685925"/>
            <a:ext cx="4962525" cy="4124325"/>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A983431E-3D42-4ED2-9FE5-F039786781E4}"/>
              </a:ext>
            </a:extLst>
          </p:cNvPr>
          <p:cNvSpPr>
            <a:spLocks xmlns:a="http://schemas.openxmlformats.org/drawingml/2006/main" noGrp="1"/>
          </p:cNvSpPr>
          <p:nvPr/>
        </p:nvSpPr>
        <p:spPr>
          <a:xfrm xmlns:a="http://schemas.openxmlformats.org/drawingml/2006/main">
            <a:off x="6191250" y="1600200"/>
            <a:ext cx="5391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77C73"/>
                </a:solidFill>
                <a:latin typeface="Arial"/>
                <a:ea typeface="Arial"/>
                <a:cs typeface="Arial"/>
              </a:defRPr>
            </a:defPPr>
            <a:lvl1pPr algn="l">
              <a:defRPr sz="2625" b="1">
                <a:solidFill>
                  <a:srgbClr val="177C73"/>
                </a:solidFill>
                <a:latin typeface="Arial"/>
                <a:ea typeface="Arial"/>
                <a:cs typeface="Arial"/>
              </a:defRPr>
            </a:lvl1pPr>
            <a:lvl2pPr algn="l">
              <a:defRPr sz="2625" b="1">
                <a:solidFill>
                  <a:srgbClr val="177C73"/>
                </a:solidFill>
                <a:latin typeface="Arial"/>
                <a:ea typeface="Arial"/>
                <a:cs typeface="Arial"/>
              </a:defRPr>
            </a:lvl2pPr>
            <a:lvl3pPr algn="l">
              <a:defRPr sz="2625" b="1">
                <a:solidFill>
                  <a:srgbClr val="177C73"/>
                </a:solidFill>
                <a:latin typeface="Arial"/>
                <a:ea typeface="Arial"/>
                <a:cs typeface="Arial"/>
              </a:defRPr>
            </a:lvl3pPr>
            <a:lvl4pPr algn="l">
              <a:defRPr sz="2625" b="1">
                <a:solidFill>
                  <a:srgbClr val="177C73"/>
                </a:solidFill>
                <a:latin typeface="Arial"/>
                <a:ea typeface="Arial"/>
                <a:cs typeface="Arial"/>
              </a:defRPr>
            </a:lvl4pPr>
            <a:lvl5pPr algn="l">
              <a:defRPr sz="2625" b="1">
                <a:solidFill>
                  <a:srgbClr val="177C73"/>
                </a:solidFill>
                <a:latin typeface="Arial"/>
                <a:ea typeface="Arial"/>
                <a:cs typeface="Arial"/>
              </a:defRPr>
            </a:lvl5pPr>
            <a:lvl6pPr algn="l">
              <a:defRPr sz="2625" b="1">
                <a:solidFill>
                  <a:srgbClr val="177C73"/>
                </a:solidFill>
                <a:latin typeface="Arial"/>
                <a:ea typeface="Arial"/>
                <a:cs typeface="Arial"/>
              </a:defRPr>
            </a:lvl6pPr>
            <a:lvl7pPr algn="l">
              <a:defRPr sz="2625" b="1">
                <a:solidFill>
                  <a:srgbClr val="177C73"/>
                </a:solidFill>
                <a:latin typeface="Arial"/>
                <a:ea typeface="Arial"/>
                <a:cs typeface="Arial"/>
              </a:defRPr>
            </a:lvl7pPr>
            <a:lvl8pPr algn="l">
              <a:defRPr sz="2625" b="1">
                <a:solidFill>
                  <a:srgbClr val="177C73"/>
                </a:solidFill>
                <a:latin typeface="Arial"/>
                <a:ea typeface="Arial"/>
                <a:cs typeface="Arial"/>
              </a:defRPr>
            </a:lvl8pPr>
            <a:lvl9pPr algn="l">
              <a:defRPr sz="2625" b="1">
                <a:solidFill>
                  <a:srgbClr val="177C73"/>
                </a:solidFill>
                <a:latin typeface="Arial"/>
                <a:ea typeface="Arial"/>
                <a:cs typeface="Arial"/>
              </a:defRPr>
            </a:lvl9pPr>
          </a:lstStyle>
          <a:p xmlns:a="http://schemas.openxmlformats.org/drawingml/2006/main">
            <a:pPr algn="l">
              <a:defRPr sz="2625" b="1">
                <a:solidFill>
                  <a:srgbClr val="177C73"/>
                </a:solidFill>
                <a:latin typeface="Arial"/>
                <a:ea typeface="Arial"/>
                <a:cs typeface="Arial"/>
              </a:defRPr>
            </a:pPr>
            <a:r>
              <a:rPr sz="2625" b="1">
                <a:solidFill>
                  <a:srgbClr val="177C73"/>
                </a:solidFill>
                <a:latin typeface="Arial"/>
                <a:ea typeface="Arial"/>
                <a:cs typeface="Arial"/>
              </a:rPr>
              <a:t>Likely Credible</a:t>
            </a:r>
          </a:p>
        </p:txBody>
      </p:sp>
      <p:sp>
        <p:nvSpPr>
          <p:cNvPr id="7" name="text">
            <a:extLst xmlns:a="http://schemas.openxmlformats.org/drawingml/2006/main">
              <a:ext uri="{FF2B5EF4-FFF2-40B4-BE49-F238E27FC236}">
                <a16:creationId xmlns:a16="http://schemas.microsoft.com/office/drawing/2014/main" id="{A989FA98-D9B3-4563-A844-18525B787630}"/>
              </a:ext>
            </a:extLst>
          </p:cNvPr>
          <p:cNvSpPr>
            <a:spLocks xmlns:a="http://schemas.openxmlformats.org/drawingml/2006/main" noGrp="1"/>
          </p:cNvSpPr>
          <p:nvPr/>
        </p:nvSpPr>
        <p:spPr>
          <a:xfrm xmlns:a="http://schemas.openxmlformats.org/drawingml/2006/main">
            <a:off x="6191250" y="2152650"/>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43B"/>
                </a:solidFill>
                <a:latin typeface="Arial"/>
                <a:ea typeface="Arial"/>
                <a:cs typeface="Arial"/>
              </a:defRPr>
            </a:defPPr>
            <a:lvl1pPr algn="l">
              <a:defRPr sz="2175" b="1">
                <a:solidFill>
                  <a:srgbClr val="17243B"/>
                </a:solidFill>
                <a:latin typeface="Arial"/>
                <a:ea typeface="Arial"/>
                <a:cs typeface="Arial"/>
              </a:defRPr>
            </a:lvl1pPr>
            <a:lvl2pPr algn="l">
              <a:defRPr sz="2175" b="1">
                <a:solidFill>
                  <a:srgbClr val="17243B"/>
                </a:solidFill>
                <a:latin typeface="Arial"/>
                <a:ea typeface="Arial"/>
                <a:cs typeface="Arial"/>
              </a:defRPr>
            </a:lvl2pPr>
            <a:lvl3pPr algn="l">
              <a:defRPr sz="2175" b="1">
                <a:solidFill>
                  <a:srgbClr val="17243B"/>
                </a:solidFill>
                <a:latin typeface="Arial"/>
                <a:ea typeface="Arial"/>
                <a:cs typeface="Arial"/>
              </a:defRPr>
            </a:lvl3pPr>
            <a:lvl4pPr algn="l">
              <a:defRPr sz="2175" b="1">
                <a:solidFill>
                  <a:srgbClr val="17243B"/>
                </a:solidFill>
                <a:latin typeface="Arial"/>
                <a:ea typeface="Arial"/>
                <a:cs typeface="Arial"/>
              </a:defRPr>
            </a:lvl4pPr>
            <a:lvl5pPr algn="l">
              <a:defRPr sz="2175" b="1">
                <a:solidFill>
                  <a:srgbClr val="17243B"/>
                </a:solidFill>
                <a:latin typeface="Arial"/>
                <a:ea typeface="Arial"/>
                <a:cs typeface="Arial"/>
              </a:defRPr>
            </a:lvl5pPr>
            <a:lvl6pPr algn="l">
              <a:defRPr sz="2175" b="1">
                <a:solidFill>
                  <a:srgbClr val="17243B"/>
                </a:solidFill>
                <a:latin typeface="Arial"/>
                <a:ea typeface="Arial"/>
                <a:cs typeface="Arial"/>
              </a:defRPr>
            </a:lvl6pPr>
            <a:lvl7pPr algn="l">
              <a:defRPr sz="2175" b="1">
                <a:solidFill>
                  <a:srgbClr val="17243B"/>
                </a:solidFill>
                <a:latin typeface="Arial"/>
                <a:ea typeface="Arial"/>
                <a:cs typeface="Arial"/>
              </a:defRPr>
            </a:lvl7pPr>
            <a:lvl8pPr algn="l">
              <a:defRPr sz="2175" b="1">
                <a:solidFill>
                  <a:srgbClr val="17243B"/>
                </a:solidFill>
                <a:latin typeface="Arial"/>
                <a:ea typeface="Arial"/>
                <a:cs typeface="Arial"/>
              </a:defRPr>
            </a:lvl8pPr>
            <a:lvl9pPr algn="l">
              <a:defRPr sz="2175" b="1">
                <a:solidFill>
                  <a:srgbClr val="17243B"/>
                </a:solidFill>
                <a:latin typeface="Arial"/>
                <a:ea typeface="Arial"/>
                <a:cs typeface="Arial"/>
              </a:defRPr>
            </a:lvl9pPr>
          </a:lstStyle>
          <a:p xmlns:a="http://schemas.openxmlformats.org/drawingml/2006/main">
            <a:pPr algn="l">
              <a:defRPr sz="2175" b="1">
                <a:solidFill>
                  <a:srgbClr val="17243B"/>
                </a:solidFill>
                <a:latin typeface="Arial"/>
                <a:ea typeface="Arial"/>
                <a:cs typeface="Arial"/>
              </a:defRPr>
            </a:pPr>
            <a:r>
              <a:rPr sz="2175" b="1">
                <a:solidFill>
                  <a:srgbClr val="17243B"/>
                </a:solidFill>
                <a:latin typeface="Arial"/>
                <a:ea typeface="Arial"/>
                <a:cs typeface="Arial"/>
              </a:rPr>
              <a:t>95.61% model confidence</a:t>
            </a:r>
          </a:p>
        </p:txBody>
      </p:sp>
      <p:sp>
        <p:nvSpPr>
          <p:cNvPr id="8" name="text">
            <a:extLst xmlns:a="http://schemas.openxmlformats.org/drawingml/2006/main">
              <a:ext uri="{FF2B5EF4-FFF2-40B4-BE49-F238E27FC236}">
                <a16:creationId xmlns:a16="http://schemas.microsoft.com/office/drawing/2014/main" id="{60CE7717-1FF9-4227-9B20-96E853EB80B8}"/>
              </a:ext>
            </a:extLst>
          </p:cNvPr>
          <p:cNvSpPr>
            <a:spLocks xmlns:a="http://schemas.openxmlformats.org/drawingml/2006/main" noGrp="1"/>
          </p:cNvSpPr>
          <p:nvPr/>
        </p:nvSpPr>
        <p:spPr>
          <a:xfrm xmlns:a="http://schemas.openxmlformats.org/drawingml/2006/main">
            <a:off x="6191250" y="2962275"/>
            <a:ext cx="5391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C63B53"/>
                </a:solidFill>
                <a:latin typeface="Arial"/>
                <a:ea typeface="Arial"/>
                <a:cs typeface="Arial"/>
              </a:defRPr>
            </a:defPPr>
            <a:lvl1pPr algn="l">
              <a:defRPr sz="2100" b="1">
                <a:solidFill>
                  <a:srgbClr val="C63B53"/>
                </a:solidFill>
                <a:latin typeface="Arial"/>
                <a:ea typeface="Arial"/>
                <a:cs typeface="Arial"/>
              </a:defRPr>
            </a:lvl1pPr>
            <a:lvl2pPr algn="l">
              <a:defRPr sz="2100" b="1">
                <a:solidFill>
                  <a:srgbClr val="C63B53"/>
                </a:solidFill>
                <a:latin typeface="Arial"/>
                <a:ea typeface="Arial"/>
                <a:cs typeface="Arial"/>
              </a:defRPr>
            </a:lvl2pPr>
            <a:lvl3pPr algn="l">
              <a:defRPr sz="2100" b="1">
                <a:solidFill>
                  <a:srgbClr val="C63B53"/>
                </a:solidFill>
                <a:latin typeface="Arial"/>
                <a:ea typeface="Arial"/>
                <a:cs typeface="Arial"/>
              </a:defRPr>
            </a:lvl3pPr>
            <a:lvl4pPr algn="l">
              <a:defRPr sz="2100" b="1">
                <a:solidFill>
                  <a:srgbClr val="C63B53"/>
                </a:solidFill>
                <a:latin typeface="Arial"/>
                <a:ea typeface="Arial"/>
                <a:cs typeface="Arial"/>
              </a:defRPr>
            </a:lvl4pPr>
            <a:lvl5pPr algn="l">
              <a:defRPr sz="2100" b="1">
                <a:solidFill>
                  <a:srgbClr val="C63B53"/>
                </a:solidFill>
                <a:latin typeface="Arial"/>
                <a:ea typeface="Arial"/>
                <a:cs typeface="Arial"/>
              </a:defRPr>
            </a:lvl5pPr>
            <a:lvl6pPr algn="l">
              <a:defRPr sz="2100" b="1">
                <a:solidFill>
                  <a:srgbClr val="C63B53"/>
                </a:solidFill>
                <a:latin typeface="Arial"/>
                <a:ea typeface="Arial"/>
                <a:cs typeface="Arial"/>
              </a:defRPr>
            </a:lvl6pPr>
            <a:lvl7pPr algn="l">
              <a:defRPr sz="2100" b="1">
                <a:solidFill>
                  <a:srgbClr val="C63B53"/>
                </a:solidFill>
                <a:latin typeface="Arial"/>
                <a:ea typeface="Arial"/>
                <a:cs typeface="Arial"/>
              </a:defRPr>
            </a:lvl7pPr>
            <a:lvl8pPr algn="l">
              <a:defRPr sz="2100" b="1">
                <a:solidFill>
                  <a:srgbClr val="C63B53"/>
                </a:solidFill>
                <a:latin typeface="Arial"/>
                <a:ea typeface="Arial"/>
                <a:cs typeface="Arial"/>
              </a:defRPr>
            </a:lvl8pPr>
            <a:lvl9pPr algn="l">
              <a:defRPr sz="2100" b="1">
                <a:solidFill>
                  <a:srgbClr val="C63B53"/>
                </a:solidFill>
                <a:latin typeface="Arial"/>
                <a:ea typeface="Arial"/>
                <a:cs typeface="Arial"/>
              </a:defRPr>
            </a:lvl9pPr>
          </a:lstStyle>
          <a:p xmlns:a="http://schemas.openxmlformats.org/drawingml/2006/main">
            <a:pPr algn="l">
              <a:defRPr sz="2100" b="1">
                <a:solidFill>
                  <a:srgbClr val="C63B53"/>
                </a:solidFill>
                <a:latin typeface="Arial"/>
                <a:ea typeface="Arial"/>
                <a:cs typeface="Arial"/>
              </a:defRPr>
            </a:pPr>
            <a:r>
              <a:rPr sz="2100" b="1">
                <a:solidFill>
                  <a:srgbClr val="C63B53"/>
                </a:solidFill>
                <a:latin typeface="Arial"/>
                <a:ea typeface="Arial"/>
                <a:cs typeface="Arial"/>
              </a:rPr>
              <a:t>“October”   +0.647</a:t>
            </a:r>
          </a:p>
        </p:txBody>
      </p:sp>
      <p:sp>
        <p:nvSpPr>
          <p:cNvPr id="9" name="text">
            <a:extLst xmlns:a="http://schemas.openxmlformats.org/drawingml/2006/main">
              <a:ext uri="{FF2B5EF4-FFF2-40B4-BE49-F238E27FC236}">
                <a16:creationId xmlns:a16="http://schemas.microsoft.com/office/drawing/2014/main" id="{1B98CB60-349D-4EDE-82C9-328E7E95294B}"/>
              </a:ext>
            </a:extLst>
          </p:cNvPr>
          <p:cNvSpPr>
            <a:spLocks xmlns:a="http://schemas.openxmlformats.org/drawingml/2006/main" noGrp="1"/>
          </p:cNvSpPr>
          <p:nvPr/>
        </p:nvSpPr>
        <p:spPr>
          <a:xfrm xmlns:a="http://schemas.openxmlformats.org/drawingml/2006/main">
            <a:off x="6191250" y="340042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6354C"/>
                </a:solidFill>
                <a:latin typeface="Arial"/>
                <a:ea typeface="Arial"/>
                <a:cs typeface="Arial"/>
              </a:defRPr>
            </a:defPPr>
            <a:lvl1pPr algn="l">
              <a:defRPr sz="1800" b="0">
                <a:solidFill>
                  <a:srgbClr val="26354C"/>
                </a:solidFill>
                <a:latin typeface="Arial"/>
                <a:ea typeface="Arial"/>
                <a:cs typeface="Arial"/>
              </a:defRPr>
            </a:lvl1pPr>
            <a:lvl2pPr algn="l">
              <a:defRPr sz="1800" b="0">
                <a:solidFill>
                  <a:srgbClr val="26354C"/>
                </a:solidFill>
                <a:latin typeface="Arial"/>
                <a:ea typeface="Arial"/>
                <a:cs typeface="Arial"/>
              </a:defRPr>
            </a:lvl2pPr>
            <a:lvl3pPr algn="l">
              <a:defRPr sz="1800" b="0">
                <a:solidFill>
                  <a:srgbClr val="26354C"/>
                </a:solidFill>
                <a:latin typeface="Arial"/>
                <a:ea typeface="Arial"/>
                <a:cs typeface="Arial"/>
              </a:defRPr>
            </a:lvl3pPr>
            <a:lvl4pPr algn="l">
              <a:defRPr sz="1800" b="0">
                <a:solidFill>
                  <a:srgbClr val="26354C"/>
                </a:solidFill>
                <a:latin typeface="Arial"/>
                <a:ea typeface="Arial"/>
                <a:cs typeface="Arial"/>
              </a:defRPr>
            </a:lvl4pPr>
            <a:lvl5pPr algn="l">
              <a:defRPr sz="1800" b="0">
                <a:solidFill>
                  <a:srgbClr val="26354C"/>
                </a:solidFill>
                <a:latin typeface="Arial"/>
                <a:ea typeface="Arial"/>
                <a:cs typeface="Arial"/>
              </a:defRPr>
            </a:lvl5pPr>
            <a:lvl6pPr algn="l">
              <a:defRPr sz="1800" b="0">
                <a:solidFill>
                  <a:srgbClr val="26354C"/>
                </a:solidFill>
                <a:latin typeface="Arial"/>
                <a:ea typeface="Arial"/>
                <a:cs typeface="Arial"/>
              </a:defRPr>
            </a:lvl6pPr>
            <a:lvl7pPr algn="l">
              <a:defRPr sz="1800" b="0">
                <a:solidFill>
                  <a:srgbClr val="26354C"/>
                </a:solidFill>
                <a:latin typeface="Arial"/>
                <a:ea typeface="Arial"/>
                <a:cs typeface="Arial"/>
              </a:defRPr>
            </a:lvl7pPr>
            <a:lvl8pPr algn="l">
              <a:defRPr sz="1800" b="0">
                <a:solidFill>
                  <a:srgbClr val="26354C"/>
                </a:solidFill>
                <a:latin typeface="Arial"/>
                <a:ea typeface="Arial"/>
                <a:cs typeface="Arial"/>
              </a:defRPr>
            </a:lvl8pPr>
            <a:lvl9pPr algn="l">
              <a:defRPr sz="1800" b="0">
                <a:solidFill>
                  <a:srgbClr val="26354C"/>
                </a:solidFill>
                <a:latin typeface="Arial"/>
                <a:ea typeface="Arial"/>
                <a:cs typeface="Arial"/>
              </a:defRPr>
            </a:lvl9pPr>
          </a:lstStyle>
          <a:p xmlns:a="http://schemas.openxmlformats.org/drawingml/2006/main">
            <a:pPr algn="l">
              <a:defRPr sz="1800" b="0">
                <a:solidFill>
                  <a:srgbClr val="26354C"/>
                </a:solidFill>
                <a:latin typeface="Arial"/>
                <a:ea typeface="Arial"/>
                <a:cs typeface="Arial"/>
              </a:defRPr>
            </a:pPr>
            <a:r>
              <a:rPr sz="1800" b="0">
                <a:solidFill>
                  <a:srgbClr val="26354C"/>
                </a:solidFill>
                <a:latin typeface="Arial"/>
                <a:ea typeface="Arial"/>
                <a:cs typeface="Arial"/>
              </a:rPr>
              <a:t>Moves the score toward misleading.</a:t>
            </a:r>
          </a:p>
        </p:txBody>
      </p:sp>
      <p:sp>
        <p:nvSpPr>
          <p:cNvPr id="10" name="text">
            <a:extLst xmlns:a="http://schemas.openxmlformats.org/drawingml/2006/main">
              <a:ext uri="{FF2B5EF4-FFF2-40B4-BE49-F238E27FC236}">
                <a16:creationId xmlns:a16="http://schemas.microsoft.com/office/drawing/2014/main" id="{3EBBC7F8-1A6A-4FEA-B2D3-C79DC6D10D61}"/>
              </a:ext>
            </a:extLst>
          </p:cNvPr>
          <p:cNvSpPr>
            <a:spLocks xmlns:a="http://schemas.openxmlformats.org/drawingml/2006/main" noGrp="1"/>
          </p:cNvSpPr>
          <p:nvPr/>
        </p:nvSpPr>
        <p:spPr>
          <a:xfrm xmlns:a="http://schemas.openxmlformats.org/drawingml/2006/main">
            <a:off x="6191250" y="4048125"/>
            <a:ext cx="5391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7C73"/>
                </a:solidFill>
                <a:latin typeface="Arial"/>
                <a:ea typeface="Arial"/>
                <a:cs typeface="Arial"/>
              </a:defRPr>
            </a:defPPr>
            <a:lvl1pPr algn="l">
              <a:defRPr sz="2100" b="1">
                <a:solidFill>
                  <a:srgbClr val="177C73"/>
                </a:solidFill>
                <a:latin typeface="Arial"/>
                <a:ea typeface="Arial"/>
                <a:cs typeface="Arial"/>
              </a:defRPr>
            </a:lvl1pPr>
            <a:lvl2pPr algn="l">
              <a:defRPr sz="2100" b="1">
                <a:solidFill>
                  <a:srgbClr val="177C73"/>
                </a:solidFill>
                <a:latin typeface="Arial"/>
                <a:ea typeface="Arial"/>
                <a:cs typeface="Arial"/>
              </a:defRPr>
            </a:lvl2pPr>
            <a:lvl3pPr algn="l">
              <a:defRPr sz="2100" b="1">
                <a:solidFill>
                  <a:srgbClr val="177C73"/>
                </a:solidFill>
                <a:latin typeface="Arial"/>
                <a:ea typeface="Arial"/>
                <a:cs typeface="Arial"/>
              </a:defRPr>
            </a:lvl3pPr>
            <a:lvl4pPr algn="l">
              <a:defRPr sz="2100" b="1">
                <a:solidFill>
                  <a:srgbClr val="177C73"/>
                </a:solidFill>
                <a:latin typeface="Arial"/>
                <a:ea typeface="Arial"/>
                <a:cs typeface="Arial"/>
              </a:defRPr>
            </a:lvl4pPr>
            <a:lvl5pPr algn="l">
              <a:defRPr sz="2100" b="1">
                <a:solidFill>
                  <a:srgbClr val="177C73"/>
                </a:solidFill>
                <a:latin typeface="Arial"/>
                <a:ea typeface="Arial"/>
                <a:cs typeface="Arial"/>
              </a:defRPr>
            </a:lvl5pPr>
            <a:lvl6pPr algn="l">
              <a:defRPr sz="2100" b="1">
                <a:solidFill>
                  <a:srgbClr val="177C73"/>
                </a:solidFill>
                <a:latin typeface="Arial"/>
                <a:ea typeface="Arial"/>
                <a:cs typeface="Arial"/>
              </a:defRPr>
            </a:lvl6pPr>
            <a:lvl7pPr algn="l">
              <a:defRPr sz="2100" b="1">
                <a:solidFill>
                  <a:srgbClr val="177C73"/>
                </a:solidFill>
                <a:latin typeface="Arial"/>
                <a:ea typeface="Arial"/>
                <a:cs typeface="Arial"/>
              </a:defRPr>
            </a:lvl7pPr>
            <a:lvl8pPr algn="l">
              <a:defRPr sz="2100" b="1">
                <a:solidFill>
                  <a:srgbClr val="177C73"/>
                </a:solidFill>
                <a:latin typeface="Arial"/>
                <a:ea typeface="Arial"/>
                <a:cs typeface="Arial"/>
              </a:defRPr>
            </a:lvl8pPr>
            <a:lvl9pPr algn="l">
              <a:defRPr sz="2100" b="1">
                <a:solidFill>
                  <a:srgbClr val="177C73"/>
                </a:solidFill>
                <a:latin typeface="Arial"/>
                <a:ea typeface="Arial"/>
                <a:cs typeface="Arial"/>
              </a:defRPr>
            </a:lvl9pPr>
          </a:lstStyle>
          <a:p xmlns:a="http://schemas.openxmlformats.org/drawingml/2006/main">
            <a:pPr algn="l">
              <a:defRPr sz="2100" b="1">
                <a:solidFill>
                  <a:srgbClr val="177C73"/>
                </a:solidFill>
                <a:latin typeface="Arial"/>
                <a:ea typeface="Arial"/>
                <a:cs typeface="Arial"/>
              </a:defRPr>
            </a:pPr>
            <a:r>
              <a:rPr sz="2100" b="1">
                <a:solidFill>
                  <a:srgbClr val="177C73"/>
                </a:solidFill>
                <a:latin typeface="Arial"/>
                <a:ea typeface="Arial"/>
                <a:cs typeface="Arial"/>
              </a:rPr>
              <a:t>“said”   −0.603</a:t>
            </a:r>
          </a:p>
        </p:txBody>
      </p:sp>
      <p:sp>
        <p:nvSpPr>
          <p:cNvPr id="11" name="text">
            <a:extLst xmlns:a="http://schemas.openxmlformats.org/drawingml/2006/main">
              <a:ext uri="{FF2B5EF4-FFF2-40B4-BE49-F238E27FC236}">
                <a16:creationId xmlns:a16="http://schemas.microsoft.com/office/drawing/2014/main" id="{F2E195DC-E6A0-4053-847D-05961B45936C}"/>
              </a:ext>
            </a:extLst>
          </p:cNvPr>
          <p:cNvSpPr>
            <a:spLocks xmlns:a="http://schemas.openxmlformats.org/drawingml/2006/main" noGrp="1"/>
          </p:cNvSpPr>
          <p:nvPr/>
        </p:nvSpPr>
        <p:spPr>
          <a:xfrm xmlns:a="http://schemas.openxmlformats.org/drawingml/2006/main">
            <a:off x="6191250" y="448627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6354C"/>
                </a:solidFill>
                <a:latin typeface="Arial"/>
                <a:ea typeface="Arial"/>
                <a:cs typeface="Arial"/>
              </a:defRPr>
            </a:defPPr>
            <a:lvl1pPr algn="l">
              <a:defRPr sz="1800" b="0">
                <a:solidFill>
                  <a:srgbClr val="26354C"/>
                </a:solidFill>
                <a:latin typeface="Arial"/>
                <a:ea typeface="Arial"/>
                <a:cs typeface="Arial"/>
              </a:defRPr>
            </a:lvl1pPr>
            <a:lvl2pPr algn="l">
              <a:defRPr sz="1800" b="0">
                <a:solidFill>
                  <a:srgbClr val="26354C"/>
                </a:solidFill>
                <a:latin typeface="Arial"/>
                <a:ea typeface="Arial"/>
                <a:cs typeface="Arial"/>
              </a:defRPr>
            </a:lvl2pPr>
            <a:lvl3pPr algn="l">
              <a:defRPr sz="1800" b="0">
                <a:solidFill>
                  <a:srgbClr val="26354C"/>
                </a:solidFill>
                <a:latin typeface="Arial"/>
                <a:ea typeface="Arial"/>
                <a:cs typeface="Arial"/>
              </a:defRPr>
            </a:lvl3pPr>
            <a:lvl4pPr algn="l">
              <a:defRPr sz="1800" b="0">
                <a:solidFill>
                  <a:srgbClr val="26354C"/>
                </a:solidFill>
                <a:latin typeface="Arial"/>
                <a:ea typeface="Arial"/>
                <a:cs typeface="Arial"/>
              </a:defRPr>
            </a:lvl4pPr>
            <a:lvl5pPr algn="l">
              <a:defRPr sz="1800" b="0">
                <a:solidFill>
                  <a:srgbClr val="26354C"/>
                </a:solidFill>
                <a:latin typeface="Arial"/>
                <a:ea typeface="Arial"/>
                <a:cs typeface="Arial"/>
              </a:defRPr>
            </a:lvl5pPr>
            <a:lvl6pPr algn="l">
              <a:defRPr sz="1800" b="0">
                <a:solidFill>
                  <a:srgbClr val="26354C"/>
                </a:solidFill>
                <a:latin typeface="Arial"/>
                <a:ea typeface="Arial"/>
                <a:cs typeface="Arial"/>
              </a:defRPr>
            </a:lvl6pPr>
            <a:lvl7pPr algn="l">
              <a:defRPr sz="1800" b="0">
                <a:solidFill>
                  <a:srgbClr val="26354C"/>
                </a:solidFill>
                <a:latin typeface="Arial"/>
                <a:ea typeface="Arial"/>
                <a:cs typeface="Arial"/>
              </a:defRPr>
            </a:lvl7pPr>
            <a:lvl8pPr algn="l">
              <a:defRPr sz="1800" b="0">
                <a:solidFill>
                  <a:srgbClr val="26354C"/>
                </a:solidFill>
                <a:latin typeface="Arial"/>
                <a:ea typeface="Arial"/>
                <a:cs typeface="Arial"/>
              </a:defRPr>
            </a:lvl8pPr>
            <a:lvl9pPr algn="l">
              <a:defRPr sz="1800" b="0">
                <a:solidFill>
                  <a:srgbClr val="26354C"/>
                </a:solidFill>
                <a:latin typeface="Arial"/>
                <a:ea typeface="Arial"/>
                <a:cs typeface="Arial"/>
              </a:defRPr>
            </a:lvl9pPr>
          </a:lstStyle>
          <a:p xmlns:a="http://schemas.openxmlformats.org/drawingml/2006/main">
            <a:pPr algn="l">
              <a:defRPr sz="1800" b="0">
                <a:solidFill>
                  <a:srgbClr val="26354C"/>
                </a:solidFill>
                <a:latin typeface="Arial"/>
                <a:ea typeface="Arial"/>
                <a:cs typeface="Arial"/>
              </a:defRPr>
            </a:pPr>
            <a:r>
              <a:rPr sz="1800" b="0">
                <a:solidFill>
                  <a:srgbClr val="26354C"/>
                </a:solidFill>
                <a:latin typeface="Arial"/>
                <a:ea typeface="Arial"/>
                <a:cs typeface="Arial"/>
              </a:rPr>
              <a:t>Moves the score toward credible.</a:t>
            </a:r>
          </a:p>
        </p:txBody>
      </p:sp>
      <p:sp>
        <p:nvSpPr>
          <p:cNvPr id="12" name="text">
            <a:extLst xmlns:a="http://schemas.openxmlformats.org/drawingml/2006/main">
              <a:ext uri="{FF2B5EF4-FFF2-40B4-BE49-F238E27FC236}">
                <a16:creationId xmlns:a16="http://schemas.microsoft.com/office/drawing/2014/main" id="{8A223EC2-981E-4A75-948B-F9217E80BAE5}"/>
              </a:ext>
            </a:extLst>
          </p:cNvPr>
          <p:cNvSpPr>
            <a:spLocks xmlns:a="http://schemas.openxmlformats.org/drawingml/2006/main" noGrp="1"/>
          </p:cNvSpPr>
          <p:nvPr/>
        </p:nvSpPr>
        <p:spPr>
          <a:xfrm xmlns:a="http://schemas.openxmlformats.org/drawingml/2006/main">
            <a:off x="6191250" y="5238750"/>
            <a:ext cx="53911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243B"/>
                </a:solidFill>
                <a:latin typeface="Arial"/>
                <a:ea typeface="Arial"/>
                <a:cs typeface="Arial"/>
              </a:defRPr>
            </a:defPPr>
            <a:lvl1pPr algn="l">
              <a:defRPr sz="1875" b="1">
                <a:solidFill>
                  <a:srgbClr val="17243B"/>
                </a:solidFill>
                <a:latin typeface="Arial"/>
                <a:ea typeface="Arial"/>
                <a:cs typeface="Arial"/>
              </a:defRPr>
            </a:lvl1pPr>
            <a:lvl2pPr algn="l">
              <a:defRPr sz="1875" b="1">
                <a:solidFill>
                  <a:srgbClr val="17243B"/>
                </a:solidFill>
                <a:latin typeface="Arial"/>
                <a:ea typeface="Arial"/>
                <a:cs typeface="Arial"/>
              </a:defRPr>
            </a:lvl2pPr>
            <a:lvl3pPr algn="l">
              <a:defRPr sz="1875" b="1">
                <a:solidFill>
                  <a:srgbClr val="17243B"/>
                </a:solidFill>
                <a:latin typeface="Arial"/>
                <a:ea typeface="Arial"/>
                <a:cs typeface="Arial"/>
              </a:defRPr>
            </a:lvl3pPr>
            <a:lvl4pPr algn="l">
              <a:defRPr sz="1875" b="1">
                <a:solidFill>
                  <a:srgbClr val="17243B"/>
                </a:solidFill>
                <a:latin typeface="Arial"/>
                <a:ea typeface="Arial"/>
                <a:cs typeface="Arial"/>
              </a:defRPr>
            </a:lvl4pPr>
            <a:lvl5pPr algn="l">
              <a:defRPr sz="1875" b="1">
                <a:solidFill>
                  <a:srgbClr val="17243B"/>
                </a:solidFill>
                <a:latin typeface="Arial"/>
                <a:ea typeface="Arial"/>
                <a:cs typeface="Arial"/>
              </a:defRPr>
            </a:lvl5pPr>
            <a:lvl6pPr algn="l">
              <a:defRPr sz="1875" b="1">
                <a:solidFill>
                  <a:srgbClr val="17243B"/>
                </a:solidFill>
                <a:latin typeface="Arial"/>
                <a:ea typeface="Arial"/>
                <a:cs typeface="Arial"/>
              </a:defRPr>
            </a:lvl6pPr>
            <a:lvl7pPr algn="l">
              <a:defRPr sz="1875" b="1">
                <a:solidFill>
                  <a:srgbClr val="17243B"/>
                </a:solidFill>
                <a:latin typeface="Arial"/>
                <a:ea typeface="Arial"/>
                <a:cs typeface="Arial"/>
              </a:defRPr>
            </a:lvl7pPr>
            <a:lvl8pPr algn="l">
              <a:defRPr sz="1875" b="1">
                <a:solidFill>
                  <a:srgbClr val="17243B"/>
                </a:solidFill>
                <a:latin typeface="Arial"/>
                <a:ea typeface="Arial"/>
                <a:cs typeface="Arial"/>
              </a:defRPr>
            </a:lvl8pPr>
            <a:lvl9pPr algn="l">
              <a:defRPr sz="1875" b="1">
                <a:solidFill>
                  <a:srgbClr val="17243B"/>
                </a:solidFill>
                <a:latin typeface="Arial"/>
                <a:ea typeface="Arial"/>
                <a:cs typeface="Arial"/>
              </a:defRPr>
            </a:lvl9pPr>
          </a:lstStyle>
          <a:p xmlns:a="http://schemas.openxmlformats.org/drawingml/2006/main">
            <a:pPr algn="l">
              <a:defRPr sz="1875" b="1">
                <a:solidFill>
                  <a:srgbClr val="17243B"/>
                </a:solidFill>
                <a:latin typeface="Arial"/>
                <a:ea typeface="Arial"/>
                <a:cs typeface="Arial"/>
              </a:defRPr>
            </a:pPr>
            <a:r>
              <a:rPr sz="1875" b="1">
                <a:solidFill>
                  <a:srgbClr val="17243B"/>
                </a:solidFill>
                <a:latin typeface="Arial"/>
                <a:ea typeface="Arial"/>
                <a:cs typeface="Arial"/>
              </a:rPr>
              <a:t>All active features and the intercept</a:t>
            </a:r>
          </a:p>
          <a:p xmlns:a="http://schemas.openxmlformats.org/drawingml/2006/main">
            <a:pPr algn="l">
              <a:defRPr sz="1875" b="1">
                <a:solidFill>
                  <a:srgbClr val="17243B"/>
                </a:solidFill>
                <a:latin typeface="Arial"/>
                <a:ea typeface="Arial"/>
                <a:cs typeface="Arial"/>
              </a:defRPr>
            </a:pPr>
            <a:r>
              <a:rPr sz="1875" b="1">
                <a:solidFill>
                  <a:srgbClr val="17243B"/>
                </a:solidFill>
                <a:latin typeface="Arial"/>
                <a:ea typeface="Arial"/>
                <a:cs typeface="Arial"/>
              </a:rPr>
              <a:t>determine the complete prediction.</a:t>
            </a:r>
          </a:p>
        </p:txBody>
      </p:sp>
      <p:sp>
        <p:nvSpPr>
          <p:cNvPr id="13" name="text">
            <a:extLst xmlns:a="http://schemas.openxmlformats.org/drawingml/2006/main">
              <a:ext uri="{FF2B5EF4-FFF2-40B4-BE49-F238E27FC236}">
                <a16:creationId xmlns:a16="http://schemas.microsoft.com/office/drawing/2014/main" id="{9D9CBBBB-2B13-4F51-9FFE-B4C03C0F0F14}"/>
              </a:ext>
            </a:extLst>
          </p:cNvPr>
          <p:cNvSpPr>
            <a:spLocks xmlns:a="http://schemas.openxmlformats.org/drawingml/2006/main" noGrp="1"/>
          </p:cNvSpPr>
          <p:nvPr/>
        </p:nvSpPr>
        <p:spPr>
          <a:xfrm xmlns:a="http://schemas.openxmlformats.org/drawingml/2006/main">
            <a:off x="609600" y="60198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7052D9"/>
                </a:solidFill>
                <a:latin typeface="Arial"/>
                <a:ea typeface="Arial"/>
                <a:cs typeface="Arial"/>
              </a:defRPr>
            </a:defPPr>
            <a:lvl1pPr algn="l">
              <a:defRPr sz="1800" b="1">
                <a:solidFill>
                  <a:srgbClr val="7052D9"/>
                </a:solidFill>
                <a:latin typeface="Arial"/>
                <a:ea typeface="Arial"/>
                <a:cs typeface="Arial"/>
              </a:defRPr>
            </a:lvl1pPr>
            <a:lvl2pPr algn="l">
              <a:defRPr sz="1800" b="1">
                <a:solidFill>
                  <a:srgbClr val="7052D9"/>
                </a:solidFill>
                <a:latin typeface="Arial"/>
                <a:ea typeface="Arial"/>
                <a:cs typeface="Arial"/>
              </a:defRPr>
            </a:lvl2pPr>
            <a:lvl3pPr algn="l">
              <a:defRPr sz="1800" b="1">
                <a:solidFill>
                  <a:srgbClr val="7052D9"/>
                </a:solidFill>
                <a:latin typeface="Arial"/>
                <a:ea typeface="Arial"/>
                <a:cs typeface="Arial"/>
              </a:defRPr>
            </a:lvl3pPr>
            <a:lvl4pPr algn="l">
              <a:defRPr sz="1800" b="1">
                <a:solidFill>
                  <a:srgbClr val="7052D9"/>
                </a:solidFill>
                <a:latin typeface="Arial"/>
                <a:ea typeface="Arial"/>
                <a:cs typeface="Arial"/>
              </a:defRPr>
            </a:lvl4pPr>
            <a:lvl5pPr algn="l">
              <a:defRPr sz="1800" b="1">
                <a:solidFill>
                  <a:srgbClr val="7052D9"/>
                </a:solidFill>
                <a:latin typeface="Arial"/>
                <a:ea typeface="Arial"/>
                <a:cs typeface="Arial"/>
              </a:defRPr>
            </a:lvl5pPr>
            <a:lvl6pPr algn="l">
              <a:defRPr sz="1800" b="1">
                <a:solidFill>
                  <a:srgbClr val="7052D9"/>
                </a:solidFill>
                <a:latin typeface="Arial"/>
                <a:ea typeface="Arial"/>
                <a:cs typeface="Arial"/>
              </a:defRPr>
            </a:lvl6pPr>
            <a:lvl7pPr algn="l">
              <a:defRPr sz="1800" b="1">
                <a:solidFill>
                  <a:srgbClr val="7052D9"/>
                </a:solidFill>
                <a:latin typeface="Arial"/>
                <a:ea typeface="Arial"/>
                <a:cs typeface="Arial"/>
              </a:defRPr>
            </a:lvl7pPr>
            <a:lvl8pPr algn="l">
              <a:defRPr sz="1800" b="1">
                <a:solidFill>
                  <a:srgbClr val="7052D9"/>
                </a:solidFill>
                <a:latin typeface="Arial"/>
                <a:ea typeface="Arial"/>
                <a:cs typeface="Arial"/>
              </a:defRPr>
            </a:lvl8pPr>
            <a:lvl9pPr algn="l">
              <a:defRPr sz="1800" b="1">
                <a:solidFill>
                  <a:srgbClr val="7052D9"/>
                </a:solidFill>
                <a:latin typeface="Arial"/>
                <a:ea typeface="Arial"/>
                <a:cs typeface="Arial"/>
              </a:defRPr>
            </a:lvl9pPr>
          </a:lstStyle>
          <a:p xmlns:a="http://schemas.openxmlformats.org/drawingml/2006/main">
            <a:pPr algn="l">
              <a:defRPr sz="1800" b="1">
                <a:solidFill>
                  <a:srgbClr val="7052D9"/>
                </a:solidFill>
                <a:latin typeface="Arial"/>
                <a:ea typeface="Arial"/>
                <a:cs typeface="Arial"/>
              </a:defRPr>
            </a:pPr>
            <a:r>
              <a:rPr sz="1800" b="1">
                <a:solidFill>
                  <a:srgbClr val="7052D9"/>
                </a:solidFill>
                <a:latin typeface="Arial"/>
                <a:ea typeface="Arial"/>
                <a:cs typeface="Arial"/>
              </a:rPr>
              <a:t>Factual status: Not independently verified</a:t>
            </a:r>
          </a:p>
        </p:txBody>
      </p:sp>
    </p:spTree>
    <p:extLst>
      <p:ext uri="{BB962C8B-B14F-4D97-AF65-F5344CB8AC3E}">
        <p14:creationId xmlns:p14="http://schemas.microsoft.com/office/powerpoint/2010/main" val="127006576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035F527F-892A-461F-89F3-BEE3FE49E70C}"/>
              </a:ext>
            </a:extLst>
          </p:cNvPr>
          <p:cNvSpPr>
            <a:spLocks xmlns:a="http://schemas.openxmlformats.org/drawingml/2006/main" noGrp="1"/>
          </p:cNvSpPr>
          <p:nvPr/>
        </p:nvSpPr>
        <p:spPr>
          <a:xfrm xmlns:a="http://schemas.openxmlformats.org/drawingml/2006/main">
            <a:off x="609600" y="5143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43B"/>
                </a:solidFill>
                <a:latin typeface="Arial"/>
                <a:ea typeface="Arial"/>
                <a:cs typeface="Arial"/>
              </a:defRPr>
            </a:defPPr>
            <a:lvl1pPr algn="l">
              <a:defRPr sz="3300" b="1">
                <a:solidFill>
                  <a:srgbClr val="17243B"/>
                </a:solidFill>
                <a:latin typeface="Arial"/>
                <a:ea typeface="Arial"/>
                <a:cs typeface="Arial"/>
              </a:defRPr>
            </a:lvl1pPr>
            <a:lvl2pPr algn="l">
              <a:defRPr sz="3300" b="1">
                <a:solidFill>
                  <a:srgbClr val="17243B"/>
                </a:solidFill>
                <a:latin typeface="Arial"/>
                <a:ea typeface="Arial"/>
                <a:cs typeface="Arial"/>
              </a:defRPr>
            </a:lvl2pPr>
            <a:lvl3pPr algn="l">
              <a:defRPr sz="3300" b="1">
                <a:solidFill>
                  <a:srgbClr val="17243B"/>
                </a:solidFill>
                <a:latin typeface="Arial"/>
                <a:ea typeface="Arial"/>
                <a:cs typeface="Arial"/>
              </a:defRPr>
            </a:lvl3pPr>
            <a:lvl4pPr algn="l">
              <a:defRPr sz="3300" b="1">
                <a:solidFill>
                  <a:srgbClr val="17243B"/>
                </a:solidFill>
                <a:latin typeface="Arial"/>
                <a:ea typeface="Arial"/>
                <a:cs typeface="Arial"/>
              </a:defRPr>
            </a:lvl4pPr>
            <a:lvl5pPr algn="l">
              <a:defRPr sz="3300" b="1">
                <a:solidFill>
                  <a:srgbClr val="17243B"/>
                </a:solidFill>
                <a:latin typeface="Arial"/>
                <a:ea typeface="Arial"/>
                <a:cs typeface="Arial"/>
              </a:defRPr>
            </a:lvl5pPr>
            <a:lvl6pPr algn="l">
              <a:defRPr sz="3300" b="1">
                <a:solidFill>
                  <a:srgbClr val="17243B"/>
                </a:solidFill>
                <a:latin typeface="Arial"/>
                <a:ea typeface="Arial"/>
                <a:cs typeface="Arial"/>
              </a:defRPr>
            </a:lvl6pPr>
            <a:lvl7pPr algn="l">
              <a:defRPr sz="3300" b="1">
                <a:solidFill>
                  <a:srgbClr val="17243B"/>
                </a:solidFill>
                <a:latin typeface="Arial"/>
                <a:ea typeface="Arial"/>
                <a:cs typeface="Arial"/>
              </a:defRPr>
            </a:lvl7pPr>
            <a:lvl8pPr algn="l">
              <a:defRPr sz="3300" b="1">
                <a:solidFill>
                  <a:srgbClr val="17243B"/>
                </a:solidFill>
                <a:latin typeface="Arial"/>
                <a:ea typeface="Arial"/>
                <a:cs typeface="Arial"/>
              </a:defRPr>
            </a:lvl8pPr>
            <a:lvl9pPr algn="l">
              <a:defRPr sz="3300" b="1">
                <a:solidFill>
                  <a:srgbClr val="17243B"/>
                </a:solidFill>
                <a:latin typeface="Arial"/>
                <a:ea typeface="Arial"/>
                <a:cs typeface="Arial"/>
              </a:defRPr>
            </a:lvl9pPr>
          </a:lstStyle>
          <a:p xmlns:a="http://schemas.openxmlformats.org/drawingml/2006/main">
            <a:pPr algn="l">
              <a:defRPr sz="3300" b="1">
                <a:solidFill>
                  <a:srgbClr val="17243B"/>
                </a:solidFill>
                <a:latin typeface="Arial"/>
                <a:ea typeface="Arial"/>
                <a:cs typeface="Arial"/>
              </a:defRPr>
            </a:pPr>
            <a:r>
              <a:rPr sz="3300" b="1">
                <a:solidFill>
                  <a:srgbClr val="17243B"/>
                </a:solidFill>
                <a:latin typeface="Arial"/>
                <a:ea typeface="Arial"/>
                <a:cs typeface="Arial"/>
              </a:rPr>
              <a:t>Results, limitations and next steps</a:t>
            </a:r>
          </a:p>
        </p:txBody>
      </p:sp>
      <p:sp>
        <p:nvSpPr>
          <p:cNvPr id="3" name="footer-brand">
            <a:extLst xmlns:a="http://schemas.openxmlformats.org/drawingml/2006/main">
              <a:ext uri="{FF2B5EF4-FFF2-40B4-BE49-F238E27FC236}">
                <a16:creationId xmlns:a16="http://schemas.microsoft.com/office/drawing/2014/main" id="{8C26DCD5-1551-4DD8-AE47-31742B39C35C}"/>
              </a:ext>
            </a:extLst>
          </p:cNvPr>
          <p:cNvSpPr>
            <a:spLocks xmlns:a="http://schemas.openxmlformats.org/drawingml/2006/main" noGrp="1"/>
          </p:cNvSpPr>
          <p:nvPr/>
        </p:nvSpPr>
        <p:spPr>
          <a:xfrm xmlns:a="http://schemas.openxmlformats.org/drawingml/2006/main">
            <a:off x="60960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E6C80"/>
                </a:solidFill>
                <a:latin typeface="Arial"/>
                <a:ea typeface="Arial"/>
                <a:cs typeface="Arial"/>
              </a:defRPr>
            </a:defPPr>
            <a:lvl1pPr algn="l">
              <a:defRPr sz="1200" b="0">
                <a:solidFill>
                  <a:srgbClr val="5E6C80"/>
                </a:solidFill>
                <a:latin typeface="Arial"/>
                <a:ea typeface="Arial"/>
                <a:cs typeface="Arial"/>
              </a:defRPr>
            </a:lvl1pPr>
            <a:lvl2pPr algn="l">
              <a:defRPr sz="1200" b="0">
                <a:solidFill>
                  <a:srgbClr val="5E6C80"/>
                </a:solidFill>
                <a:latin typeface="Arial"/>
                <a:ea typeface="Arial"/>
                <a:cs typeface="Arial"/>
              </a:defRPr>
            </a:lvl2pPr>
            <a:lvl3pPr algn="l">
              <a:defRPr sz="1200" b="0">
                <a:solidFill>
                  <a:srgbClr val="5E6C80"/>
                </a:solidFill>
                <a:latin typeface="Arial"/>
                <a:ea typeface="Arial"/>
                <a:cs typeface="Arial"/>
              </a:defRPr>
            </a:lvl3pPr>
            <a:lvl4pPr algn="l">
              <a:defRPr sz="1200" b="0">
                <a:solidFill>
                  <a:srgbClr val="5E6C80"/>
                </a:solidFill>
                <a:latin typeface="Arial"/>
                <a:ea typeface="Arial"/>
                <a:cs typeface="Arial"/>
              </a:defRPr>
            </a:lvl4pPr>
            <a:lvl5pPr algn="l">
              <a:defRPr sz="1200" b="0">
                <a:solidFill>
                  <a:srgbClr val="5E6C80"/>
                </a:solidFill>
                <a:latin typeface="Arial"/>
                <a:ea typeface="Arial"/>
                <a:cs typeface="Arial"/>
              </a:defRPr>
            </a:lvl5pPr>
            <a:lvl6pPr algn="l">
              <a:defRPr sz="1200" b="0">
                <a:solidFill>
                  <a:srgbClr val="5E6C80"/>
                </a:solidFill>
                <a:latin typeface="Arial"/>
                <a:ea typeface="Arial"/>
                <a:cs typeface="Arial"/>
              </a:defRPr>
            </a:lvl6pPr>
            <a:lvl7pPr algn="l">
              <a:defRPr sz="1200" b="0">
                <a:solidFill>
                  <a:srgbClr val="5E6C80"/>
                </a:solidFill>
                <a:latin typeface="Arial"/>
                <a:ea typeface="Arial"/>
                <a:cs typeface="Arial"/>
              </a:defRPr>
            </a:lvl7pPr>
            <a:lvl8pPr algn="l">
              <a:defRPr sz="1200" b="0">
                <a:solidFill>
                  <a:srgbClr val="5E6C80"/>
                </a:solidFill>
                <a:latin typeface="Arial"/>
                <a:ea typeface="Arial"/>
                <a:cs typeface="Arial"/>
              </a:defRPr>
            </a:lvl8pPr>
            <a:lvl9pPr algn="l">
              <a:defRPr sz="1200" b="0">
                <a:solidFill>
                  <a:srgbClr val="5E6C80"/>
                </a:solidFill>
                <a:latin typeface="Arial"/>
                <a:ea typeface="Arial"/>
                <a:cs typeface="Arial"/>
              </a:defRPr>
            </a:lvl9pPr>
          </a:lstStyle>
          <a:p xmlns:a="http://schemas.openxmlformats.org/drawingml/2006/main">
            <a:pPr algn="l">
              <a:defRPr sz="1200" b="0">
                <a:solidFill>
                  <a:srgbClr val="5E6C80"/>
                </a:solidFill>
                <a:latin typeface="Arial"/>
                <a:ea typeface="Arial"/>
                <a:cs typeface="Arial"/>
              </a:defRPr>
            </a:pPr>
            <a:r>
              <a:rPr sz="1200" b="0">
                <a:solidFill>
                  <a:srgbClr val="5E6C80"/>
                </a:solidFill>
                <a:latin typeface="Arial"/>
                <a:ea typeface="Arial"/>
                <a:cs typeface="Arial"/>
              </a:rPr>
              <a:t>VeriFact AI</a:t>
            </a:r>
          </a:p>
        </p:txBody>
      </p:sp>
      <p:sp>
        <p:nvSpPr>
          <p:cNvPr id="4" name="page-number">
            <a:extLst xmlns:a="http://schemas.openxmlformats.org/drawingml/2006/main">
              <a:ext uri="{FF2B5EF4-FFF2-40B4-BE49-F238E27FC236}">
                <a16:creationId xmlns:a16="http://schemas.microsoft.com/office/drawing/2014/main" id="{6DD574BB-E4D3-41B4-AB96-6BCE4EA77E78}"/>
              </a:ext>
            </a:extLst>
          </p:cNvPr>
          <p:cNvSpPr>
            <a:spLocks xmlns:a="http://schemas.openxmlformats.org/drawingml/2006/main" noGrp="1"/>
          </p:cNvSpPr>
          <p:nvPr/>
        </p:nvSpPr>
        <p:spPr>
          <a:xfrm xmlns:a="http://schemas.openxmlformats.org/drawingml/2006/main">
            <a:off x="10477500" y="6457950"/>
            <a:ext cx="1104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E6C80"/>
                </a:solidFill>
                <a:latin typeface="Arial"/>
                <a:ea typeface="Arial"/>
                <a:cs typeface="Arial"/>
              </a:defRPr>
            </a:defPPr>
            <a:lvl1pPr algn="r">
              <a:defRPr sz="1200" b="0">
                <a:solidFill>
                  <a:srgbClr val="5E6C80"/>
                </a:solidFill>
                <a:latin typeface="Arial"/>
                <a:ea typeface="Arial"/>
                <a:cs typeface="Arial"/>
              </a:defRPr>
            </a:lvl1pPr>
            <a:lvl2pPr algn="r">
              <a:defRPr sz="1200" b="0">
                <a:solidFill>
                  <a:srgbClr val="5E6C80"/>
                </a:solidFill>
                <a:latin typeface="Arial"/>
                <a:ea typeface="Arial"/>
                <a:cs typeface="Arial"/>
              </a:defRPr>
            </a:lvl2pPr>
            <a:lvl3pPr algn="r">
              <a:defRPr sz="1200" b="0">
                <a:solidFill>
                  <a:srgbClr val="5E6C80"/>
                </a:solidFill>
                <a:latin typeface="Arial"/>
                <a:ea typeface="Arial"/>
                <a:cs typeface="Arial"/>
              </a:defRPr>
            </a:lvl3pPr>
            <a:lvl4pPr algn="r">
              <a:defRPr sz="1200" b="0">
                <a:solidFill>
                  <a:srgbClr val="5E6C80"/>
                </a:solidFill>
                <a:latin typeface="Arial"/>
                <a:ea typeface="Arial"/>
                <a:cs typeface="Arial"/>
              </a:defRPr>
            </a:lvl4pPr>
            <a:lvl5pPr algn="r">
              <a:defRPr sz="1200" b="0">
                <a:solidFill>
                  <a:srgbClr val="5E6C80"/>
                </a:solidFill>
                <a:latin typeface="Arial"/>
                <a:ea typeface="Arial"/>
                <a:cs typeface="Arial"/>
              </a:defRPr>
            </a:lvl5pPr>
            <a:lvl6pPr algn="r">
              <a:defRPr sz="1200" b="0">
                <a:solidFill>
                  <a:srgbClr val="5E6C80"/>
                </a:solidFill>
                <a:latin typeface="Arial"/>
                <a:ea typeface="Arial"/>
                <a:cs typeface="Arial"/>
              </a:defRPr>
            </a:lvl6pPr>
            <a:lvl7pPr algn="r">
              <a:defRPr sz="1200" b="0">
                <a:solidFill>
                  <a:srgbClr val="5E6C80"/>
                </a:solidFill>
                <a:latin typeface="Arial"/>
                <a:ea typeface="Arial"/>
                <a:cs typeface="Arial"/>
              </a:defRPr>
            </a:lvl7pPr>
            <a:lvl8pPr algn="r">
              <a:defRPr sz="1200" b="0">
                <a:solidFill>
                  <a:srgbClr val="5E6C80"/>
                </a:solidFill>
                <a:latin typeface="Arial"/>
                <a:ea typeface="Arial"/>
                <a:cs typeface="Arial"/>
              </a:defRPr>
            </a:lvl8pPr>
            <a:lvl9pPr algn="r">
              <a:defRPr sz="1200" b="0">
                <a:solidFill>
                  <a:srgbClr val="5E6C80"/>
                </a:solidFill>
                <a:latin typeface="Arial"/>
                <a:ea typeface="Arial"/>
                <a:cs typeface="Arial"/>
              </a:defRPr>
            </a:lvl9pPr>
          </a:lstStyle>
          <a:p xmlns:a="http://schemas.openxmlformats.org/drawingml/2006/main">
            <a:pPr algn="r">
              <a:defRPr sz="1200" b="0">
                <a:solidFill>
                  <a:srgbClr val="5E6C80"/>
                </a:solidFill>
                <a:latin typeface="Arial"/>
                <a:ea typeface="Arial"/>
                <a:cs typeface="Arial"/>
              </a:defRPr>
            </a:pPr>
            <a:r>
              <a:rPr sz="1200" b="0">
                <a:solidFill>
                  <a:srgbClr val="5E6C80"/>
                </a:solidFill>
                <a:latin typeface="Arial"/>
                <a:ea typeface="Arial"/>
                <a:cs typeface="Arial"/>
              </a:rPr>
              <a:t>08 / 08</a:t>
            </a:r>
          </a:p>
        </p:txBody>
      </p:sp>
      <p:sp>
        <p:nvSpPr>
          <p:cNvPr id="5" name="text">
            <a:extLst xmlns:a="http://schemas.openxmlformats.org/drawingml/2006/main">
              <a:ext uri="{FF2B5EF4-FFF2-40B4-BE49-F238E27FC236}">
                <a16:creationId xmlns:a16="http://schemas.microsoft.com/office/drawing/2014/main" id="{C3CA031B-E94A-41DB-9C4D-D323D5136F64}"/>
              </a:ext>
            </a:extLst>
          </p:cNvPr>
          <p:cNvSpPr>
            <a:spLocks xmlns:a="http://schemas.openxmlformats.org/drawingml/2006/main" noGrp="1"/>
          </p:cNvSpPr>
          <p:nvPr/>
        </p:nvSpPr>
        <p:spPr>
          <a:xfrm xmlns:a="http://schemas.openxmlformats.org/drawingml/2006/main">
            <a:off x="609600" y="12858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E6C80"/>
                </a:solidFill>
                <a:latin typeface="Arial"/>
                <a:ea typeface="Arial"/>
                <a:cs typeface="Arial"/>
              </a:defRPr>
            </a:defPPr>
            <a:lvl1pPr algn="l">
              <a:defRPr sz="1950" b="0">
                <a:solidFill>
                  <a:srgbClr val="5E6C80"/>
                </a:solidFill>
                <a:latin typeface="Arial"/>
                <a:ea typeface="Arial"/>
                <a:cs typeface="Arial"/>
              </a:defRPr>
            </a:lvl1pPr>
            <a:lvl2pPr algn="l">
              <a:defRPr sz="1950" b="0">
                <a:solidFill>
                  <a:srgbClr val="5E6C80"/>
                </a:solidFill>
                <a:latin typeface="Arial"/>
                <a:ea typeface="Arial"/>
                <a:cs typeface="Arial"/>
              </a:defRPr>
            </a:lvl2pPr>
            <a:lvl3pPr algn="l">
              <a:defRPr sz="1950" b="0">
                <a:solidFill>
                  <a:srgbClr val="5E6C80"/>
                </a:solidFill>
                <a:latin typeface="Arial"/>
                <a:ea typeface="Arial"/>
                <a:cs typeface="Arial"/>
              </a:defRPr>
            </a:lvl3pPr>
            <a:lvl4pPr algn="l">
              <a:defRPr sz="1950" b="0">
                <a:solidFill>
                  <a:srgbClr val="5E6C80"/>
                </a:solidFill>
                <a:latin typeface="Arial"/>
                <a:ea typeface="Arial"/>
                <a:cs typeface="Arial"/>
              </a:defRPr>
            </a:lvl4pPr>
            <a:lvl5pPr algn="l">
              <a:defRPr sz="1950" b="0">
                <a:solidFill>
                  <a:srgbClr val="5E6C80"/>
                </a:solidFill>
                <a:latin typeface="Arial"/>
                <a:ea typeface="Arial"/>
                <a:cs typeface="Arial"/>
              </a:defRPr>
            </a:lvl5pPr>
            <a:lvl6pPr algn="l">
              <a:defRPr sz="1950" b="0">
                <a:solidFill>
                  <a:srgbClr val="5E6C80"/>
                </a:solidFill>
                <a:latin typeface="Arial"/>
                <a:ea typeface="Arial"/>
                <a:cs typeface="Arial"/>
              </a:defRPr>
            </a:lvl6pPr>
            <a:lvl7pPr algn="l">
              <a:defRPr sz="1950" b="0">
                <a:solidFill>
                  <a:srgbClr val="5E6C80"/>
                </a:solidFill>
                <a:latin typeface="Arial"/>
                <a:ea typeface="Arial"/>
                <a:cs typeface="Arial"/>
              </a:defRPr>
            </a:lvl7pPr>
            <a:lvl8pPr algn="l">
              <a:defRPr sz="1950" b="0">
                <a:solidFill>
                  <a:srgbClr val="5E6C80"/>
                </a:solidFill>
                <a:latin typeface="Arial"/>
                <a:ea typeface="Arial"/>
                <a:cs typeface="Arial"/>
              </a:defRPr>
            </a:lvl8pPr>
            <a:lvl9pPr algn="l">
              <a:defRPr sz="1950" b="0">
                <a:solidFill>
                  <a:srgbClr val="5E6C80"/>
                </a:solidFill>
                <a:latin typeface="Arial"/>
                <a:ea typeface="Arial"/>
                <a:cs typeface="Arial"/>
              </a:defRPr>
            </a:lvl9pPr>
          </a:lstStyle>
          <a:p xmlns:a="http://schemas.openxmlformats.org/drawingml/2006/main">
            <a:pPr algn="l">
              <a:defRPr sz="1950" b="0">
                <a:solidFill>
                  <a:srgbClr val="5E6C80"/>
                </a:solidFill>
                <a:latin typeface="Arial"/>
                <a:ea typeface="Arial"/>
                <a:cs typeface="Arial"/>
              </a:defRPr>
            </a:pPr>
            <a:r>
              <a:rPr sz="1950" b="0">
                <a:solidFill>
                  <a:srgbClr val="5E6C80"/>
                </a:solidFill>
                <a:latin typeface="Arial"/>
                <a:ea typeface="Arial"/>
                <a:cs typeface="Arial"/>
              </a:rPr>
              <a:t>Held-out WELFake article benchmark</a:t>
            </a:r>
          </a:p>
        </p:txBody>
      </p:sp>
      <p:graphicFrame>
        <p:nvGraphicFramePr>
          <p:cNvPr id="6" name="Chart">
            <a:extLst xmlns:a="http://schemas.openxmlformats.org/drawingml/2006/main">
              <a:ext uri="{FF2B5EF4-FFF2-40B4-BE49-F238E27FC236}">
                <a16:creationId xmlns:a16="http://schemas.microsoft.com/office/drawing/2014/main" id="{00D5CD1F-04F4-4B3F-B1CF-D5265D8A972A}"/>
              </a:ext>
            </a:extLst>
          </p:cNvPr>
          <p:cNvGraphicFramePr/>
          <p:nvPr/>
        </p:nvGraphicFramePr>
        <p:xfrm>
          <a:off xmlns:a="http://schemas.openxmlformats.org/drawingml/2006/main" x="609600" y="1962150"/>
          <a:ext xmlns:a="http://schemas.openxmlformats.org/drawingml/2006/main" cx="6048375" cy="3048000"/>
        </p:xfrm>
        <a:graphic xmlns:a="http://schemas.openxmlformats.org/drawingml/2006/main">
          <a:graphicData uri="http://schemas.openxmlformats.org/drawingml/2006/chart">
            <c:chart xmlns:r="http://schemas.openxmlformats.org/officeDocument/2006/relationships" xmlns:c="http://schemas.openxmlformats.org/drawingml/2006/chart" r:id="R36d1b4a9e8914cd1"/>
          </a:graphicData>
        </a:graphic>
      </p:graphicFrame>
      <p:sp>
        <p:nvSpPr>
          <p:cNvPr id="7" name="text">
            <a:extLst xmlns:a="http://schemas.openxmlformats.org/drawingml/2006/main">
              <a:ext uri="{FF2B5EF4-FFF2-40B4-BE49-F238E27FC236}">
                <a16:creationId xmlns:a16="http://schemas.microsoft.com/office/drawing/2014/main" id="{02060FFB-148F-4FA2-99D2-D681F84EEC70}"/>
              </a:ext>
            </a:extLst>
          </p:cNvPr>
          <p:cNvSpPr>
            <a:spLocks xmlns:a="http://schemas.openxmlformats.org/drawingml/2006/main" noGrp="1"/>
          </p:cNvSpPr>
          <p:nvPr/>
        </p:nvSpPr>
        <p:spPr>
          <a:xfrm xmlns:a="http://schemas.openxmlformats.org/drawingml/2006/main">
            <a:off x="609600" y="5286375"/>
            <a:ext cx="604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43B"/>
                </a:solidFill>
                <a:latin typeface="Arial"/>
                <a:ea typeface="Arial"/>
                <a:cs typeface="Arial"/>
              </a:defRPr>
            </a:defPPr>
            <a:lvl1pPr algn="l">
              <a:defRPr sz="2025" b="1">
                <a:solidFill>
                  <a:srgbClr val="17243B"/>
                </a:solidFill>
                <a:latin typeface="Arial"/>
                <a:ea typeface="Arial"/>
                <a:cs typeface="Arial"/>
              </a:defRPr>
            </a:lvl1pPr>
            <a:lvl2pPr algn="l">
              <a:defRPr sz="2025" b="1">
                <a:solidFill>
                  <a:srgbClr val="17243B"/>
                </a:solidFill>
                <a:latin typeface="Arial"/>
                <a:ea typeface="Arial"/>
                <a:cs typeface="Arial"/>
              </a:defRPr>
            </a:lvl2pPr>
            <a:lvl3pPr algn="l">
              <a:defRPr sz="2025" b="1">
                <a:solidFill>
                  <a:srgbClr val="17243B"/>
                </a:solidFill>
                <a:latin typeface="Arial"/>
                <a:ea typeface="Arial"/>
                <a:cs typeface="Arial"/>
              </a:defRPr>
            </a:lvl3pPr>
            <a:lvl4pPr algn="l">
              <a:defRPr sz="2025" b="1">
                <a:solidFill>
                  <a:srgbClr val="17243B"/>
                </a:solidFill>
                <a:latin typeface="Arial"/>
                <a:ea typeface="Arial"/>
                <a:cs typeface="Arial"/>
              </a:defRPr>
            </a:lvl4pPr>
            <a:lvl5pPr algn="l">
              <a:defRPr sz="2025" b="1">
                <a:solidFill>
                  <a:srgbClr val="17243B"/>
                </a:solidFill>
                <a:latin typeface="Arial"/>
                <a:ea typeface="Arial"/>
                <a:cs typeface="Arial"/>
              </a:defRPr>
            </a:lvl5pPr>
            <a:lvl6pPr algn="l">
              <a:defRPr sz="2025" b="1">
                <a:solidFill>
                  <a:srgbClr val="17243B"/>
                </a:solidFill>
                <a:latin typeface="Arial"/>
                <a:ea typeface="Arial"/>
                <a:cs typeface="Arial"/>
              </a:defRPr>
            </a:lvl6pPr>
            <a:lvl7pPr algn="l">
              <a:defRPr sz="2025" b="1">
                <a:solidFill>
                  <a:srgbClr val="17243B"/>
                </a:solidFill>
                <a:latin typeface="Arial"/>
                <a:ea typeface="Arial"/>
                <a:cs typeface="Arial"/>
              </a:defRPr>
            </a:lvl7pPr>
            <a:lvl8pPr algn="l">
              <a:defRPr sz="2025" b="1">
                <a:solidFill>
                  <a:srgbClr val="17243B"/>
                </a:solidFill>
                <a:latin typeface="Arial"/>
                <a:ea typeface="Arial"/>
                <a:cs typeface="Arial"/>
              </a:defRPr>
            </a:lvl8pPr>
            <a:lvl9pPr algn="l">
              <a:defRPr sz="2025" b="1">
                <a:solidFill>
                  <a:srgbClr val="17243B"/>
                </a:solidFill>
                <a:latin typeface="Arial"/>
                <a:ea typeface="Arial"/>
                <a:cs typeface="Arial"/>
              </a:defRPr>
            </a:lvl9pPr>
          </a:lstStyle>
          <a:p xmlns:a="http://schemas.openxmlformats.org/drawingml/2006/main">
            <a:pPr algn="l">
              <a:defRPr sz="2025" b="1">
                <a:solidFill>
                  <a:srgbClr val="17243B"/>
                </a:solidFill>
                <a:latin typeface="Arial"/>
                <a:ea typeface="Arial"/>
                <a:cs typeface="Arial"/>
              </a:defRPr>
            </a:pPr>
            <a:r>
              <a:rPr sz="2025" b="1">
                <a:solidFill>
                  <a:srgbClr val="17243B"/>
                </a:solidFill>
                <a:latin typeface="Arial"/>
                <a:ea typeface="Arial"/>
                <a:cs typeface="Arial"/>
              </a:rPr>
              <a:t>12,110 test articles</a:t>
            </a:r>
          </a:p>
        </p:txBody>
      </p:sp>
      <p:sp>
        <p:nvSpPr>
          <p:cNvPr id="8" name="text">
            <a:extLst xmlns:a="http://schemas.openxmlformats.org/drawingml/2006/main">
              <a:ext uri="{FF2B5EF4-FFF2-40B4-BE49-F238E27FC236}">
                <a16:creationId xmlns:a16="http://schemas.microsoft.com/office/drawing/2014/main" id="{C06A1B51-3FB7-4E1F-8E5D-5119BD31642E}"/>
              </a:ext>
            </a:extLst>
          </p:cNvPr>
          <p:cNvSpPr>
            <a:spLocks xmlns:a="http://schemas.openxmlformats.org/drawingml/2006/main" noGrp="1"/>
          </p:cNvSpPr>
          <p:nvPr/>
        </p:nvSpPr>
        <p:spPr>
          <a:xfrm xmlns:a="http://schemas.openxmlformats.org/drawingml/2006/main">
            <a:off x="609600" y="5743575"/>
            <a:ext cx="6048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E6C80"/>
                </a:solidFill>
                <a:latin typeface="Arial"/>
                <a:ea typeface="Arial"/>
                <a:cs typeface="Arial"/>
              </a:defRPr>
            </a:defPPr>
            <a:lvl1pPr algn="l">
              <a:defRPr sz="1500" b="0">
                <a:solidFill>
                  <a:srgbClr val="5E6C80"/>
                </a:solidFill>
                <a:latin typeface="Arial"/>
                <a:ea typeface="Arial"/>
                <a:cs typeface="Arial"/>
              </a:defRPr>
            </a:lvl1pPr>
            <a:lvl2pPr algn="l">
              <a:defRPr sz="1500" b="0">
                <a:solidFill>
                  <a:srgbClr val="5E6C80"/>
                </a:solidFill>
                <a:latin typeface="Arial"/>
                <a:ea typeface="Arial"/>
                <a:cs typeface="Arial"/>
              </a:defRPr>
            </a:lvl2pPr>
            <a:lvl3pPr algn="l">
              <a:defRPr sz="1500" b="0">
                <a:solidFill>
                  <a:srgbClr val="5E6C80"/>
                </a:solidFill>
                <a:latin typeface="Arial"/>
                <a:ea typeface="Arial"/>
                <a:cs typeface="Arial"/>
              </a:defRPr>
            </a:lvl3pPr>
            <a:lvl4pPr algn="l">
              <a:defRPr sz="1500" b="0">
                <a:solidFill>
                  <a:srgbClr val="5E6C80"/>
                </a:solidFill>
                <a:latin typeface="Arial"/>
                <a:ea typeface="Arial"/>
                <a:cs typeface="Arial"/>
              </a:defRPr>
            </a:lvl4pPr>
            <a:lvl5pPr algn="l">
              <a:defRPr sz="1500" b="0">
                <a:solidFill>
                  <a:srgbClr val="5E6C80"/>
                </a:solidFill>
                <a:latin typeface="Arial"/>
                <a:ea typeface="Arial"/>
                <a:cs typeface="Arial"/>
              </a:defRPr>
            </a:lvl5pPr>
            <a:lvl6pPr algn="l">
              <a:defRPr sz="1500" b="0">
                <a:solidFill>
                  <a:srgbClr val="5E6C80"/>
                </a:solidFill>
                <a:latin typeface="Arial"/>
                <a:ea typeface="Arial"/>
                <a:cs typeface="Arial"/>
              </a:defRPr>
            </a:lvl6pPr>
            <a:lvl7pPr algn="l">
              <a:defRPr sz="1500" b="0">
                <a:solidFill>
                  <a:srgbClr val="5E6C80"/>
                </a:solidFill>
                <a:latin typeface="Arial"/>
                <a:ea typeface="Arial"/>
                <a:cs typeface="Arial"/>
              </a:defRPr>
            </a:lvl7pPr>
            <a:lvl8pPr algn="l">
              <a:defRPr sz="1500" b="0">
                <a:solidFill>
                  <a:srgbClr val="5E6C80"/>
                </a:solidFill>
                <a:latin typeface="Arial"/>
                <a:ea typeface="Arial"/>
                <a:cs typeface="Arial"/>
              </a:defRPr>
            </a:lvl8pPr>
            <a:lvl9pPr algn="l">
              <a:defRPr sz="1500" b="0">
                <a:solidFill>
                  <a:srgbClr val="5E6C80"/>
                </a:solidFill>
                <a:latin typeface="Arial"/>
                <a:ea typeface="Arial"/>
                <a:cs typeface="Arial"/>
              </a:defRPr>
            </a:lvl9pPr>
          </a:lstStyle>
          <a:p xmlns:a="http://schemas.openxmlformats.org/drawingml/2006/main">
            <a:pPr algn="l">
              <a:defRPr sz="1500" b="0">
                <a:solidFill>
                  <a:srgbClr val="5E6C80"/>
                </a:solidFill>
                <a:latin typeface="Arial"/>
                <a:ea typeface="Arial"/>
                <a:cs typeface="Arial"/>
              </a:defRPr>
            </a:pPr>
            <a:r>
              <a:rPr sz="1500" b="0">
                <a:solidFill>
                  <a:srgbClr val="5E6C80"/>
                </a:solidFill>
                <a:latin typeface="Arial"/>
                <a:ea typeface="Arial"/>
                <a:cs typeface="Arial"/>
              </a:rPr>
              <a:t>Precision, recall and F1 refer to the misleading class.</a:t>
            </a:r>
          </a:p>
        </p:txBody>
      </p:sp>
      <p:sp>
        <p:nvSpPr>
          <p:cNvPr id="9" name="text">
            <a:extLst xmlns:a="http://schemas.openxmlformats.org/drawingml/2006/main">
              <a:ext uri="{FF2B5EF4-FFF2-40B4-BE49-F238E27FC236}">
                <a16:creationId xmlns:a16="http://schemas.microsoft.com/office/drawing/2014/main" id="{82CA5087-37FC-4A99-88AE-2B6D1EA09BF4}"/>
              </a:ext>
            </a:extLst>
          </p:cNvPr>
          <p:cNvSpPr>
            <a:spLocks xmlns:a="http://schemas.openxmlformats.org/drawingml/2006/main" noGrp="1"/>
          </p:cNvSpPr>
          <p:nvPr/>
        </p:nvSpPr>
        <p:spPr>
          <a:xfrm xmlns:a="http://schemas.openxmlformats.org/drawingml/2006/main">
            <a:off x="7334250" y="1971675"/>
            <a:ext cx="4248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052D9"/>
                </a:solidFill>
                <a:latin typeface="Arial"/>
                <a:ea typeface="Arial"/>
                <a:cs typeface="Arial"/>
              </a:defRPr>
            </a:defPPr>
            <a:lvl1pPr algn="l">
              <a:defRPr sz="2100" b="1">
                <a:solidFill>
                  <a:srgbClr val="7052D9"/>
                </a:solidFill>
                <a:latin typeface="Arial"/>
                <a:ea typeface="Arial"/>
                <a:cs typeface="Arial"/>
              </a:defRPr>
            </a:lvl1pPr>
            <a:lvl2pPr algn="l">
              <a:defRPr sz="2100" b="1">
                <a:solidFill>
                  <a:srgbClr val="7052D9"/>
                </a:solidFill>
                <a:latin typeface="Arial"/>
                <a:ea typeface="Arial"/>
                <a:cs typeface="Arial"/>
              </a:defRPr>
            </a:lvl2pPr>
            <a:lvl3pPr algn="l">
              <a:defRPr sz="2100" b="1">
                <a:solidFill>
                  <a:srgbClr val="7052D9"/>
                </a:solidFill>
                <a:latin typeface="Arial"/>
                <a:ea typeface="Arial"/>
                <a:cs typeface="Arial"/>
              </a:defRPr>
            </a:lvl3pPr>
            <a:lvl4pPr algn="l">
              <a:defRPr sz="2100" b="1">
                <a:solidFill>
                  <a:srgbClr val="7052D9"/>
                </a:solidFill>
                <a:latin typeface="Arial"/>
                <a:ea typeface="Arial"/>
                <a:cs typeface="Arial"/>
              </a:defRPr>
            </a:lvl4pPr>
            <a:lvl5pPr algn="l">
              <a:defRPr sz="2100" b="1">
                <a:solidFill>
                  <a:srgbClr val="7052D9"/>
                </a:solidFill>
                <a:latin typeface="Arial"/>
                <a:ea typeface="Arial"/>
                <a:cs typeface="Arial"/>
              </a:defRPr>
            </a:lvl5pPr>
            <a:lvl6pPr algn="l">
              <a:defRPr sz="2100" b="1">
                <a:solidFill>
                  <a:srgbClr val="7052D9"/>
                </a:solidFill>
                <a:latin typeface="Arial"/>
                <a:ea typeface="Arial"/>
                <a:cs typeface="Arial"/>
              </a:defRPr>
            </a:lvl6pPr>
            <a:lvl7pPr algn="l">
              <a:defRPr sz="2100" b="1">
                <a:solidFill>
                  <a:srgbClr val="7052D9"/>
                </a:solidFill>
                <a:latin typeface="Arial"/>
                <a:ea typeface="Arial"/>
                <a:cs typeface="Arial"/>
              </a:defRPr>
            </a:lvl7pPr>
            <a:lvl8pPr algn="l">
              <a:defRPr sz="2100" b="1">
                <a:solidFill>
                  <a:srgbClr val="7052D9"/>
                </a:solidFill>
                <a:latin typeface="Arial"/>
                <a:ea typeface="Arial"/>
                <a:cs typeface="Arial"/>
              </a:defRPr>
            </a:lvl8pPr>
            <a:lvl9pPr algn="l">
              <a:defRPr sz="2100" b="1">
                <a:solidFill>
                  <a:srgbClr val="7052D9"/>
                </a:solidFill>
                <a:latin typeface="Arial"/>
                <a:ea typeface="Arial"/>
                <a:cs typeface="Arial"/>
              </a:defRPr>
            </a:lvl9pPr>
          </a:lstStyle>
          <a:p xmlns:a="http://schemas.openxmlformats.org/drawingml/2006/main">
            <a:pPr algn="l">
              <a:defRPr sz="2100" b="1">
                <a:solidFill>
                  <a:srgbClr val="7052D9"/>
                </a:solidFill>
                <a:latin typeface="Arial"/>
                <a:ea typeface="Arial"/>
                <a:cs typeface="Arial"/>
              </a:defRPr>
            </a:pPr>
            <a:r>
              <a:rPr sz="2100" b="1">
                <a:solidFill>
                  <a:srgbClr val="7052D9"/>
                </a:solidFill>
                <a:latin typeface="Arial"/>
                <a:ea typeface="Arial"/>
                <a:cs typeface="Arial"/>
              </a:rPr>
              <a:t>Current boundaries</a:t>
            </a:r>
          </a:p>
        </p:txBody>
      </p:sp>
      <p:sp>
        <p:nvSpPr>
          <p:cNvPr id="10" name="text">
            <a:extLst xmlns:a="http://schemas.openxmlformats.org/drawingml/2006/main">
              <a:ext uri="{FF2B5EF4-FFF2-40B4-BE49-F238E27FC236}">
                <a16:creationId xmlns:a16="http://schemas.microsoft.com/office/drawing/2014/main" id="{38E7B4B7-2F52-479A-A567-1A01ED70B206}"/>
              </a:ext>
            </a:extLst>
          </p:cNvPr>
          <p:cNvSpPr>
            <a:spLocks xmlns:a="http://schemas.openxmlformats.org/drawingml/2006/main" noGrp="1"/>
          </p:cNvSpPr>
          <p:nvPr/>
        </p:nvSpPr>
        <p:spPr>
          <a:xfrm xmlns:a="http://schemas.openxmlformats.org/drawingml/2006/main">
            <a:off x="7334250" y="2457450"/>
            <a:ext cx="4248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6354C"/>
                </a:solidFill>
                <a:latin typeface="Arial"/>
                <a:ea typeface="Arial"/>
                <a:cs typeface="Arial"/>
              </a:defRPr>
            </a:defPPr>
            <a:lvl1pPr algn="l">
              <a:defRPr sz="1725" b="0">
                <a:solidFill>
                  <a:srgbClr val="26354C"/>
                </a:solidFill>
                <a:latin typeface="Arial"/>
                <a:ea typeface="Arial"/>
                <a:cs typeface="Arial"/>
              </a:defRPr>
            </a:lvl1pPr>
            <a:lvl2pPr algn="l">
              <a:defRPr sz="1725" b="0">
                <a:solidFill>
                  <a:srgbClr val="26354C"/>
                </a:solidFill>
                <a:latin typeface="Arial"/>
                <a:ea typeface="Arial"/>
                <a:cs typeface="Arial"/>
              </a:defRPr>
            </a:lvl2pPr>
            <a:lvl3pPr algn="l">
              <a:defRPr sz="1725" b="0">
                <a:solidFill>
                  <a:srgbClr val="26354C"/>
                </a:solidFill>
                <a:latin typeface="Arial"/>
                <a:ea typeface="Arial"/>
                <a:cs typeface="Arial"/>
              </a:defRPr>
            </a:lvl3pPr>
            <a:lvl4pPr algn="l">
              <a:defRPr sz="1725" b="0">
                <a:solidFill>
                  <a:srgbClr val="26354C"/>
                </a:solidFill>
                <a:latin typeface="Arial"/>
                <a:ea typeface="Arial"/>
                <a:cs typeface="Arial"/>
              </a:defRPr>
            </a:lvl4pPr>
            <a:lvl5pPr algn="l">
              <a:defRPr sz="1725" b="0">
                <a:solidFill>
                  <a:srgbClr val="26354C"/>
                </a:solidFill>
                <a:latin typeface="Arial"/>
                <a:ea typeface="Arial"/>
                <a:cs typeface="Arial"/>
              </a:defRPr>
            </a:lvl5pPr>
            <a:lvl6pPr algn="l">
              <a:defRPr sz="1725" b="0">
                <a:solidFill>
                  <a:srgbClr val="26354C"/>
                </a:solidFill>
                <a:latin typeface="Arial"/>
                <a:ea typeface="Arial"/>
                <a:cs typeface="Arial"/>
              </a:defRPr>
            </a:lvl6pPr>
            <a:lvl7pPr algn="l">
              <a:defRPr sz="1725" b="0">
                <a:solidFill>
                  <a:srgbClr val="26354C"/>
                </a:solidFill>
                <a:latin typeface="Arial"/>
                <a:ea typeface="Arial"/>
                <a:cs typeface="Arial"/>
              </a:defRPr>
            </a:lvl7pPr>
            <a:lvl8pPr algn="l">
              <a:defRPr sz="1725" b="0">
                <a:solidFill>
                  <a:srgbClr val="26354C"/>
                </a:solidFill>
                <a:latin typeface="Arial"/>
                <a:ea typeface="Arial"/>
                <a:cs typeface="Arial"/>
              </a:defRPr>
            </a:lvl8pPr>
            <a:lvl9pPr algn="l">
              <a:defRPr sz="1725" b="0">
                <a:solidFill>
                  <a:srgbClr val="26354C"/>
                </a:solidFill>
                <a:latin typeface="Arial"/>
                <a:ea typeface="Arial"/>
                <a:cs typeface="Arial"/>
              </a:defRPr>
            </a:lvl9pPr>
          </a:lstStyle>
          <a:p xmlns:a="http://schemas.openxmlformats.org/drawingml/2006/main">
            <a:pPr algn="l">
              <a:defRPr sz="1725" b="0">
                <a:solidFill>
                  <a:srgbClr val="26354C"/>
                </a:solidFill>
                <a:latin typeface="Arial"/>
                <a:ea typeface="Arial"/>
                <a:cs typeface="Arial"/>
              </a:defRPr>
            </a:pPr>
            <a:r>
              <a:rPr sz="1725" b="0">
                <a:solidFill>
                  <a:srgbClr val="26354C"/>
                </a:solidFill>
                <a:latin typeface="Arial"/>
                <a:ea typeface="Arial"/>
                <a:cs typeface="Arial"/>
              </a:rPr>
              <a:t>Historical English news</a:t>
            </a:r>
          </a:p>
          <a:p xmlns:a="http://schemas.openxmlformats.org/drawingml/2006/main">
            <a:pPr algn="l">
              <a:defRPr sz="1725" b="0">
                <a:solidFill>
                  <a:srgbClr val="26354C"/>
                </a:solidFill>
                <a:latin typeface="Arial"/>
                <a:ea typeface="Arial"/>
                <a:cs typeface="Arial"/>
              </a:defRPr>
            </a:pPr>
            <a:r>
              <a:rPr sz="1725" b="0">
                <a:solidFill>
                  <a:srgbClr val="26354C"/>
                </a:solidFill>
                <a:latin typeface="Arial"/>
                <a:ea typeface="Arial"/>
                <a:cs typeface="Arial"/>
              </a:rPr>
              <a:t>Current Indian-news accuracy unmeasured</a:t>
            </a:r>
          </a:p>
          <a:p xmlns:a="http://schemas.openxmlformats.org/drawingml/2006/main">
            <a:pPr algn="l">
              <a:defRPr sz="1725" b="0">
                <a:solidFill>
                  <a:srgbClr val="26354C"/>
                </a:solidFill>
                <a:latin typeface="Arial"/>
                <a:ea typeface="Arial"/>
                <a:cs typeface="Arial"/>
              </a:defRPr>
            </a:pPr>
            <a:r>
              <a:rPr sz="1725" b="0">
                <a:solidFill>
                  <a:srgbClr val="26354C"/>
                </a:solidFill>
                <a:latin typeface="Arial"/>
                <a:ea typeface="Arial"/>
                <a:cs typeface="Arial"/>
              </a:rPr>
              <a:t>External evidence unconfigured in this demo</a:t>
            </a:r>
          </a:p>
        </p:txBody>
      </p:sp>
      <p:sp>
        <p:nvSpPr>
          <p:cNvPr id="11" name="text">
            <a:extLst xmlns:a="http://schemas.openxmlformats.org/drawingml/2006/main">
              <a:ext uri="{FF2B5EF4-FFF2-40B4-BE49-F238E27FC236}">
                <a16:creationId xmlns:a16="http://schemas.microsoft.com/office/drawing/2014/main" id="{BCBC007A-1178-4413-B980-412F192D71F6}"/>
              </a:ext>
            </a:extLst>
          </p:cNvPr>
          <p:cNvSpPr>
            <a:spLocks xmlns:a="http://schemas.openxmlformats.org/drawingml/2006/main" noGrp="1"/>
          </p:cNvSpPr>
          <p:nvPr/>
        </p:nvSpPr>
        <p:spPr>
          <a:xfrm xmlns:a="http://schemas.openxmlformats.org/drawingml/2006/main">
            <a:off x="7334250" y="4010025"/>
            <a:ext cx="4248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43B"/>
                </a:solidFill>
                <a:latin typeface="Arial"/>
                <a:ea typeface="Arial"/>
                <a:cs typeface="Arial"/>
              </a:defRPr>
            </a:defPPr>
            <a:lvl1pPr algn="l">
              <a:defRPr sz="2025" b="1">
                <a:solidFill>
                  <a:srgbClr val="17243B"/>
                </a:solidFill>
                <a:latin typeface="Arial"/>
                <a:ea typeface="Arial"/>
                <a:cs typeface="Arial"/>
              </a:defRPr>
            </a:lvl1pPr>
            <a:lvl2pPr algn="l">
              <a:defRPr sz="2025" b="1">
                <a:solidFill>
                  <a:srgbClr val="17243B"/>
                </a:solidFill>
                <a:latin typeface="Arial"/>
                <a:ea typeface="Arial"/>
                <a:cs typeface="Arial"/>
              </a:defRPr>
            </a:lvl2pPr>
            <a:lvl3pPr algn="l">
              <a:defRPr sz="2025" b="1">
                <a:solidFill>
                  <a:srgbClr val="17243B"/>
                </a:solidFill>
                <a:latin typeface="Arial"/>
                <a:ea typeface="Arial"/>
                <a:cs typeface="Arial"/>
              </a:defRPr>
            </a:lvl3pPr>
            <a:lvl4pPr algn="l">
              <a:defRPr sz="2025" b="1">
                <a:solidFill>
                  <a:srgbClr val="17243B"/>
                </a:solidFill>
                <a:latin typeface="Arial"/>
                <a:ea typeface="Arial"/>
                <a:cs typeface="Arial"/>
              </a:defRPr>
            </a:lvl4pPr>
            <a:lvl5pPr algn="l">
              <a:defRPr sz="2025" b="1">
                <a:solidFill>
                  <a:srgbClr val="17243B"/>
                </a:solidFill>
                <a:latin typeface="Arial"/>
                <a:ea typeface="Arial"/>
                <a:cs typeface="Arial"/>
              </a:defRPr>
            </a:lvl5pPr>
            <a:lvl6pPr algn="l">
              <a:defRPr sz="2025" b="1">
                <a:solidFill>
                  <a:srgbClr val="17243B"/>
                </a:solidFill>
                <a:latin typeface="Arial"/>
                <a:ea typeface="Arial"/>
                <a:cs typeface="Arial"/>
              </a:defRPr>
            </a:lvl6pPr>
            <a:lvl7pPr algn="l">
              <a:defRPr sz="2025" b="1">
                <a:solidFill>
                  <a:srgbClr val="17243B"/>
                </a:solidFill>
                <a:latin typeface="Arial"/>
                <a:ea typeface="Arial"/>
                <a:cs typeface="Arial"/>
              </a:defRPr>
            </a:lvl7pPr>
            <a:lvl8pPr algn="l">
              <a:defRPr sz="2025" b="1">
                <a:solidFill>
                  <a:srgbClr val="17243B"/>
                </a:solidFill>
                <a:latin typeface="Arial"/>
                <a:ea typeface="Arial"/>
                <a:cs typeface="Arial"/>
              </a:defRPr>
            </a:lvl8pPr>
            <a:lvl9pPr algn="l">
              <a:defRPr sz="2025" b="1">
                <a:solidFill>
                  <a:srgbClr val="17243B"/>
                </a:solidFill>
                <a:latin typeface="Arial"/>
                <a:ea typeface="Arial"/>
                <a:cs typeface="Arial"/>
              </a:defRPr>
            </a:lvl9pPr>
          </a:lstStyle>
          <a:p xmlns:a="http://schemas.openxmlformats.org/drawingml/2006/main">
            <a:pPr algn="l">
              <a:defRPr sz="2025" b="1">
                <a:solidFill>
                  <a:srgbClr val="17243B"/>
                </a:solidFill>
                <a:latin typeface="Arial"/>
                <a:ea typeface="Arial"/>
                <a:cs typeface="Arial"/>
              </a:defRPr>
            </a:pPr>
            <a:r>
              <a:rPr sz="2025" b="1">
                <a:solidFill>
                  <a:srgbClr val="17243B"/>
                </a:solidFill>
                <a:latin typeface="Arial"/>
                <a:ea typeface="Arial"/>
                <a:cs typeface="Arial"/>
              </a:rPr>
              <a:t>47.24% on short claims</a:t>
            </a:r>
          </a:p>
        </p:txBody>
      </p:sp>
      <p:sp>
        <p:nvSpPr>
          <p:cNvPr id="12" name="text">
            <a:extLst xmlns:a="http://schemas.openxmlformats.org/drawingml/2006/main">
              <a:ext uri="{FF2B5EF4-FFF2-40B4-BE49-F238E27FC236}">
                <a16:creationId xmlns:a16="http://schemas.microsoft.com/office/drawing/2014/main" id="{2C9A4F6A-6143-4E25-A12F-16004EB7EC04}"/>
              </a:ext>
            </a:extLst>
          </p:cNvPr>
          <p:cNvSpPr>
            <a:spLocks xmlns:a="http://schemas.openxmlformats.org/drawingml/2006/main" noGrp="1"/>
          </p:cNvSpPr>
          <p:nvPr/>
        </p:nvSpPr>
        <p:spPr>
          <a:xfrm xmlns:a="http://schemas.openxmlformats.org/drawingml/2006/main">
            <a:off x="7334250" y="4429125"/>
            <a:ext cx="42481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E6C80"/>
                </a:solidFill>
                <a:latin typeface="Arial"/>
                <a:ea typeface="Arial"/>
                <a:cs typeface="Arial"/>
              </a:defRPr>
            </a:defPPr>
            <a:lvl1pPr algn="l">
              <a:defRPr sz="1650" b="0">
                <a:solidFill>
                  <a:srgbClr val="5E6C80"/>
                </a:solidFill>
                <a:latin typeface="Arial"/>
                <a:ea typeface="Arial"/>
                <a:cs typeface="Arial"/>
              </a:defRPr>
            </a:lvl1pPr>
            <a:lvl2pPr algn="l">
              <a:defRPr sz="1650" b="0">
                <a:solidFill>
                  <a:srgbClr val="5E6C80"/>
                </a:solidFill>
                <a:latin typeface="Arial"/>
                <a:ea typeface="Arial"/>
                <a:cs typeface="Arial"/>
              </a:defRPr>
            </a:lvl2pPr>
            <a:lvl3pPr algn="l">
              <a:defRPr sz="1650" b="0">
                <a:solidFill>
                  <a:srgbClr val="5E6C80"/>
                </a:solidFill>
                <a:latin typeface="Arial"/>
                <a:ea typeface="Arial"/>
                <a:cs typeface="Arial"/>
              </a:defRPr>
            </a:lvl3pPr>
            <a:lvl4pPr algn="l">
              <a:defRPr sz="1650" b="0">
                <a:solidFill>
                  <a:srgbClr val="5E6C80"/>
                </a:solidFill>
                <a:latin typeface="Arial"/>
                <a:ea typeface="Arial"/>
                <a:cs typeface="Arial"/>
              </a:defRPr>
            </a:lvl4pPr>
            <a:lvl5pPr algn="l">
              <a:defRPr sz="1650" b="0">
                <a:solidFill>
                  <a:srgbClr val="5E6C80"/>
                </a:solidFill>
                <a:latin typeface="Arial"/>
                <a:ea typeface="Arial"/>
                <a:cs typeface="Arial"/>
              </a:defRPr>
            </a:lvl5pPr>
            <a:lvl6pPr algn="l">
              <a:defRPr sz="1650" b="0">
                <a:solidFill>
                  <a:srgbClr val="5E6C80"/>
                </a:solidFill>
                <a:latin typeface="Arial"/>
                <a:ea typeface="Arial"/>
                <a:cs typeface="Arial"/>
              </a:defRPr>
            </a:lvl6pPr>
            <a:lvl7pPr algn="l">
              <a:defRPr sz="1650" b="0">
                <a:solidFill>
                  <a:srgbClr val="5E6C80"/>
                </a:solidFill>
                <a:latin typeface="Arial"/>
                <a:ea typeface="Arial"/>
                <a:cs typeface="Arial"/>
              </a:defRPr>
            </a:lvl7pPr>
            <a:lvl8pPr algn="l">
              <a:defRPr sz="1650" b="0">
                <a:solidFill>
                  <a:srgbClr val="5E6C80"/>
                </a:solidFill>
                <a:latin typeface="Arial"/>
                <a:ea typeface="Arial"/>
                <a:cs typeface="Arial"/>
              </a:defRPr>
            </a:lvl8pPr>
            <a:lvl9pPr algn="l">
              <a:defRPr sz="1650" b="0">
                <a:solidFill>
                  <a:srgbClr val="5E6C80"/>
                </a:solidFill>
                <a:latin typeface="Arial"/>
                <a:ea typeface="Arial"/>
                <a:cs typeface="Arial"/>
              </a:defRPr>
            </a:lvl9pPr>
          </a:lstStyle>
          <a:p xmlns:a="http://schemas.openxmlformats.org/drawingml/2006/main">
            <a:pPr algn="l">
              <a:defRPr sz="1650" b="0">
                <a:solidFill>
                  <a:srgbClr val="5E6C80"/>
                </a:solidFill>
                <a:latin typeface="Arial"/>
                <a:ea typeface="Arial"/>
                <a:cs typeface="Arial"/>
              </a:defRPr>
            </a:pPr>
            <a:r>
              <a:rPr sz="1650" b="0">
                <a:solidFill>
                  <a:srgbClr val="5E6C80"/>
                </a:solidFill>
                <a:latin typeface="Arial"/>
                <a:ea typeface="Arial"/>
                <a:cs typeface="Arial"/>
              </a:rPr>
              <a:t>Separate cross-domain diagnostic</a:t>
            </a:r>
          </a:p>
          <a:p xmlns:a="http://schemas.openxmlformats.org/drawingml/2006/main">
            <a:pPr algn="l">
              <a:defRPr sz="1650" b="0">
                <a:solidFill>
                  <a:srgbClr val="5E6C80"/>
                </a:solidFill>
                <a:latin typeface="Arial"/>
                <a:ea typeface="Arial"/>
                <a:cs typeface="Arial"/>
              </a:defRPr>
            </a:pPr>
            <a:r>
              <a:rPr sz="1650" b="0">
                <a:solidFill>
                  <a:srgbClr val="5E6C80"/>
                </a:solidFill>
                <a:latin typeface="Arial"/>
                <a:ea typeface="Arial"/>
                <a:cs typeface="Arial"/>
              </a:rPr>
              <a:t>on 798 LIAR examples</a:t>
            </a:r>
          </a:p>
        </p:txBody>
      </p:sp>
      <p:sp>
        <p:nvSpPr>
          <p:cNvPr id="13" name="text">
            <a:extLst xmlns:a="http://schemas.openxmlformats.org/drawingml/2006/main">
              <a:ext uri="{FF2B5EF4-FFF2-40B4-BE49-F238E27FC236}">
                <a16:creationId xmlns:a16="http://schemas.microsoft.com/office/drawing/2014/main" id="{273C7DBB-7AE1-4113-9301-CB40A3ECCE1A}"/>
              </a:ext>
            </a:extLst>
          </p:cNvPr>
          <p:cNvSpPr>
            <a:spLocks xmlns:a="http://schemas.openxmlformats.org/drawingml/2006/main" noGrp="1"/>
          </p:cNvSpPr>
          <p:nvPr/>
        </p:nvSpPr>
        <p:spPr>
          <a:xfrm xmlns:a="http://schemas.openxmlformats.org/drawingml/2006/main">
            <a:off x="7334250" y="5429250"/>
            <a:ext cx="4248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7C73"/>
                </a:solidFill>
                <a:latin typeface="Arial"/>
                <a:ea typeface="Arial"/>
                <a:cs typeface="Arial"/>
              </a:defRPr>
            </a:defPPr>
            <a:lvl1pPr algn="l">
              <a:defRPr sz="1875" b="1">
                <a:solidFill>
                  <a:srgbClr val="177C73"/>
                </a:solidFill>
                <a:latin typeface="Arial"/>
                <a:ea typeface="Arial"/>
                <a:cs typeface="Arial"/>
              </a:defRPr>
            </a:lvl1pPr>
            <a:lvl2pPr algn="l">
              <a:defRPr sz="1875" b="1">
                <a:solidFill>
                  <a:srgbClr val="177C73"/>
                </a:solidFill>
                <a:latin typeface="Arial"/>
                <a:ea typeface="Arial"/>
                <a:cs typeface="Arial"/>
              </a:defRPr>
            </a:lvl2pPr>
            <a:lvl3pPr algn="l">
              <a:defRPr sz="1875" b="1">
                <a:solidFill>
                  <a:srgbClr val="177C73"/>
                </a:solidFill>
                <a:latin typeface="Arial"/>
                <a:ea typeface="Arial"/>
                <a:cs typeface="Arial"/>
              </a:defRPr>
            </a:lvl3pPr>
            <a:lvl4pPr algn="l">
              <a:defRPr sz="1875" b="1">
                <a:solidFill>
                  <a:srgbClr val="177C73"/>
                </a:solidFill>
                <a:latin typeface="Arial"/>
                <a:ea typeface="Arial"/>
                <a:cs typeface="Arial"/>
              </a:defRPr>
            </a:lvl4pPr>
            <a:lvl5pPr algn="l">
              <a:defRPr sz="1875" b="1">
                <a:solidFill>
                  <a:srgbClr val="177C73"/>
                </a:solidFill>
                <a:latin typeface="Arial"/>
                <a:ea typeface="Arial"/>
                <a:cs typeface="Arial"/>
              </a:defRPr>
            </a:lvl5pPr>
            <a:lvl6pPr algn="l">
              <a:defRPr sz="1875" b="1">
                <a:solidFill>
                  <a:srgbClr val="177C73"/>
                </a:solidFill>
                <a:latin typeface="Arial"/>
                <a:ea typeface="Arial"/>
                <a:cs typeface="Arial"/>
              </a:defRPr>
            </a:lvl6pPr>
            <a:lvl7pPr algn="l">
              <a:defRPr sz="1875" b="1">
                <a:solidFill>
                  <a:srgbClr val="177C73"/>
                </a:solidFill>
                <a:latin typeface="Arial"/>
                <a:ea typeface="Arial"/>
                <a:cs typeface="Arial"/>
              </a:defRPr>
            </a:lvl7pPr>
            <a:lvl8pPr algn="l">
              <a:defRPr sz="1875" b="1">
                <a:solidFill>
                  <a:srgbClr val="177C73"/>
                </a:solidFill>
                <a:latin typeface="Arial"/>
                <a:ea typeface="Arial"/>
                <a:cs typeface="Arial"/>
              </a:defRPr>
            </a:lvl8pPr>
            <a:lvl9pPr algn="l">
              <a:defRPr sz="1875" b="1">
                <a:solidFill>
                  <a:srgbClr val="177C73"/>
                </a:solidFill>
                <a:latin typeface="Arial"/>
                <a:ea typeface="Arial"/>
                <a:cs typeface="Arial"/>
              </a:defRPr>
            </a:lvl9pPr>
          </a:lstStyle>
          <a:p xmlns:a="http://schemas.openxmlformats.org/drawingml/2006/main">
            <a:pPr algn="l">
              <a:defRPr sz="1875" b="1">
                <a:solidFill>
                  <a:srgbClr val="177C73"/>
                </a:solidFill>
                <a:latin typeface="Arial"/>
                <a:ea typeface="Arial"/>
                <a:cs typeface="Arial"/>
              </a:defRPr>
            </a:pPr>
            <a:r>
              <a:rPr sz="1875" b="1">
                <a:solidFill>
                  <a:srgbClr val="177C73"/>
                </a:solidFill>
                <a:latin typeface="Arial"/>
                <a:ea typeface="Arial"/>
                <a:cs typeface="Arial"/>
              </a:rPr>
              <a:t>Next: domain evaluation and</a:t>
            </a:r>
          </a:p>
          <a:p xmlns:a="http://schemas.openxmlformats.org/drawingml/2006/main">
            <a:pPr algn="l">
              <a:defRPr sz="1875" b="1">
                <a:solidFill>
                  <a:srgbClr val="177C73"/>
                </a:solidFill>
                <a:latin typeface="Arial"/>
                <a:ea typeface="Arial"/>
                <a:cs typeface="Arial"/>
              </a:defRPr>
            </a:pPr>
            <a:r>
              <a:rPr sz="1875" b="1">
                <a:solidFill>
                  <a:srgbClr val="177C73"/>
                </a:solidFill>
                <a:latin typeface="Arial"/>
                <a:ea typeface="Arial"/>
                <a:cs typeface="Arial"/>
              </a:rPr>
              <a:t>evidence-based claim review</a:t>
            </a:r>
          </a:p>
        </p:txBody>
      </p:sp>
    </p:spTree>
    <p:extLst>
      <p:ext uri="{BB962C8B-B14F-4D97-AF65-F5344CB8AC3E}">
        <p14:creationId xmlns:p14="http://schemas.microsoft.com/office/powerpoint/2010/main" val="10049893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2026-10-28T06:25:08.0360000Z</dcterms:created>
  <dcterms:modified xsi:type="dcterms:W3CDTF">2026-10-28T06:25:08.0360000Z</dcterms:modified>
</coreProperties>
</file>